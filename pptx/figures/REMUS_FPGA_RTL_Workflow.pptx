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70110b572e14b32" /><Relationship Type="http://schemas.openxmlformats.org/package/2006/relationships/metadata/core-properties" Target="/docProps/core.xml" Id="R3cd7d599202f4663" /><Relationship Type="http://schemas.openxmlformats.org/officeDocument/2006/relationships/extended-properties" Target="/docProps/app.xml" Id="R14dbabfea3854994" /><Relationship Type="http://schemas.openxmlformats.org/officeDocument/2006/relationships/custom-properties" Target="/docProps/custom.xml" Id="R7460e5639dcd4d4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51bc1d554464f3c"/>
  </p:notesMasterIdLst>
  <p:sldIdLst>
    <p:sldId id="256" r:id="Rca82aceeb7fd48a9"/>
  </p:sldIdLst>
  <p:sldSz cx="13898880" cy="5559552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a82aceeb7fd48a9" /><Relationship Type="http://schemas.openxmlformats.org/officeDocument/2006/relationships/notesMaster" Target="/ppt/notesMasters/notesMaster1.xml" Id="R851bc1d554464f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2316b594a64c6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1828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27432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d6968bd44744254" /><Relationship Type="http://schemas.openxmlformats.org/officeDocument/2006/relationships/slide" Target="/ppt/slides/slide1.xml" Id="Rabe1e4aca50b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Conceptual REMUS workflow, reconstructed from figure/FPGA与RTL全流程图.png. RTL and partitioning illustrations reuse figure/ppt-assets. All FPGA icons, labels, waveform traces and flow lines are editable native objects. Restore and software RTL replay are parallel uses of a global snapshot; this figure is not evidence of implementation or experimental completion.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4c542c88e4c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2b85b7cfe40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e4d762abd47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2e9416a294c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9915d21fc419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a80bbd17ed44a9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3e0498c9748d3" /><Relationship Type="http://schemas.openxmlformats.org/officeDocument/2006/relationships/image" Target="/ppt/media/image.png" Id="R7f1d8b55ade440d4" /><Relationship Type="http://schemas.openxmlformats.org/officeDocument/2006/relationships/image" Target="/ppt/media/image2.png" Id="Rec6aa51fd5754a50" /><Relationship Type="http://schemas.openxmlformats.org/officeDocument/2006/relationships/notesSlide" Target="/ppt/notesSlides/notesSlide1.xml" Id="R54a8750fe6be4065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RTL.Panel"/>
          <p:cNvSpPr/>
          <p:nvPr/>
        </p:nvSpPr>
        <p:spPr>
          <a:xfrm>
            <a:off x="219456" y="256032"/>
            <a:ext cx="2267712" cy="3035808"/>
          </a:xfrm>
          <a:prstGeom prst="roundRect">
            <a:avLst>
              <a:gd name="adj" fmla="val 45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1" name="RTL.Number"/>
          <p:cNvSpPr/>
          <p:nvPr/>
        </p:nvSpPr>
        <p:spPr>
          <a:xfrm>
            <a:off x="1177747" y="58522"/>
            <a:ext cx="351130" cy="351130"/>
          </a:xfrm>
          <a:prstGeom prst="ellipse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2" name="RTL.NumberText"/>
          <p:cNvSpPr txBox="1"/>
          <p:nvPr/>
        </p:nvSpPr>
        <p:spPr>
          <a:xfrm>
            <a:off x="1177747" y="58522"/>
            <a:ext cx="351130" cy="351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00003" name="RTL.Title"/>
          <p:cNvSpPr txBox="1"/>
          <p:nvPr/>
        </p:nvSpPr>
        <p:spPr>
          <a:xfrm>
            <a:off x="292608" y="453542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RTL Design</a:t>
            </a:r>
          </a:p>
        </p:txBody>
      </p:sp>
      <p:sp>
        <p:nvSpPr>
          <p:cNvPr id="100004" name="RTL.Next"/>
          <p:cNvSpPr/>
          <p:nvPr/>
        </p:nvSpPr>
        <p:spPr>
          <a:xfrm>
            <a:off x="2465222" y="1828800"/>
            <a:ext cx="299923" cy="292608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5" name="Partition.Panel"/>
          <p:cNvSpPr/>
          <p:nvPr/>
        </p:nvSpPr>
        <p:spPr>
          <a:xfrm>
            <a:off x="2743200" y="256032"/>
            <a:ext cx="2267712" cy="3035808"/>
          </a:xfrm>
          <a:prstGeom prst="roundRect">
            <a:avLst>
              <a:gd name="adj" fmla="val 45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6" name="Partition.Number"/>
          <p:cNvSpPr/>
          <p:nvPr/>
        </p:nvSpPr>
        <p:spPr>
          <a:xfrm>
            <a:off x="3701491" y="58522"/>
            <a:ext cx="351130" cy="351130"/>
          </a:xfrm>
          <a:prstGeom prst="ellipse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07" name="Partition.NumberText"/>
          <p:cNvSpPr txBox="1"/>
          <p:nvPr/>
        </p:nvSpPr>
        <p:spPr>
          <a:xfrm>
            <a:off x="3701491" y="58522"/>
            <a:ext cx="351130" cy="351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0008" name="Partition.Title"/>
          <p:cNvSpPr txBox="1"/>
          <p:nvPr/>
        </p:nvSpPr>
        <p:spPr>
          <a:xfrm>
            <a:off x="2816352" y="453542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Automated</a:t>
            </a:r>
          </a:p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Partitioning</a:t>
            </a:r>
          </a:p>
        </p:txBody>
      </p:sp>
      <p:sp>
        <p:nvSpPr>
          <p:cNvPr id="100009" name="Partition.Next"/>
          <p:cNvSpPr/>
          <p:nvPr/>
        </p:nvSpPr>
        <p:spPr>
          <a:xfrm>
            <a:off x="4988966" y="1828800"/>
            <a:ext cx="299923" cy="292608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0" name="Deploy.Panel"/>
          <p:cNvSpPr/>
          <p:nvPr/>
        </p:nvSpPr>
        <p:spPr>
          <a:xfrm>
            <a:off x="5266944" y="256032"/>
            <a:ext cx="2706624" cy="3035808"/>
          </a:xfrm>
          <a:prstGeom prst="roundRect">
            <a:avLst>
              <a:gd name="adj" fmla="val 45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1" name="Deploy.Number"/>
          <p:cNvSpPr/>
          <p:nvPr/>
        </p:nvSpPr>
        <p:spPr>
          <a:xfrm>
            <a:off x="6444691" y="58522"/>
            <a:ext cx="351130" cy="351130"/>
          </a:xfrm>
          <a:prstGeom prst="ellipse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2" name="Deploy.NumberText"/>
          <p:cNvSpPr txBox="1"/>
          <p:nvPr/>
        </p:nvSpPr>
        <p:spPr>
          <a:xfrm>
            <a:off x="6444691" y="58522"/>
            <a:ext cx="351130" cy="351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013" name="Deploy.Title"/>
          <p:cNvSpPr txBox="1"/>
          <p:nvPr/>
        </p:nvSpPr>
        <p:spPr>
          <a:xfrm>
            <a:off x="5340096" y="45354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Multi-FPGA</a:t>
            </a:r>
          </a:p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Deployment</a:t>
            </a:r>
          </a:p>
        </p:txBody>
      </p:sp>
      <p:sp>
        <p:nvSpPr>
          <p:cNvPr id="100014" name="Deploy.Next"/>
          <p:cNvSpPr/>
          <p:nvPr/>
        </p:nvSpPr>
        <p:spPr>
          <a:xfrm>
            <a:off x="7951622" y="1828800"/>
            <a:ext cx="299923" cy="292608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5" name="Cycle.Panel"/>
          <p:cNvSpPr/>
          <p:nvPr/>
        </p:nvSpPr>
        <p:spPr>
          <a:xfrm>
            <a:off x="8229600" y="256032"/>
            <a:ext cx="2852928" cy="3035808"/>
          </a:xfrm>
          <a:prstGeom prst="roundRect">
            <a:avLst>
              <a:gd name="adj" fmla="val 45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6" name="Cycle.Number"/>
          <p:cNvSpPr/>
          <p:nvPr/>
        </p:nvSpPr>
        <p:spPr>
          <a:xfrm>
            <a:off x="9480499" y="58522"/>
            <a:ext cx="351130" cy="351130"/>
          </a:xfrm>
          <a:prstGeom prst="ellipse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17" name="Cycle.NumberText"/>
          <p:cNvSpPr txBox="1"/>
          <p:nvPr/>
        </p:nvSpPr>
        <p:spPr>
          <a:xfrm>
            <a:off x="9480499" y="58522"/>
            <a:ext cx="351130" cy="351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100018" name="Cycle.Title"/>
          <p:cNvSpPr txBox="1"/>
          <p:nvPr/>
        </p:nvSpPr>
        <p:spPr>
          <a:xfrm>
            <a:off x="8302752" y="424282"/>
            <a:ext cx="2706624" cy="7900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Cycle-Accurate</a:t>
            </a:r>
          </a:p>
          <a:p>
            <a:pPr algn="ctr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Execution &amp;</a:t>
            </a:r>
          </a:p>
          <a:p>
            <a:pPr algn="ctr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Global Pause</a:t>
            </a:r>
          </a:p>
        </p:txBody>
      </p:sp>
      <p:sp>
        <p:nvSpPr>
          <p:cNvPr id="100019" name="Cycle.Next"/>
          <p:cNvSpPr/>
          <p:nvPr/>
        </p:nvSpPr>
        <p:spPr>
          <a:xfrm>
            <a:off x="11060582" y="1828800"/>
            <a:ext cx="299923" cy="292608"/>
          </a:xfrm>
          <a:prstGeom prst="rightArrow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20" name="Snapshot.Panel"/>
          <p:cNvSpPr/>
          <p:nvPr/>
        </p:nvSpPr>
        <p:spPr>
          <a:xfrm>
            <a:off x="11338560" y="256032"/>
            <a:ext cx="2340864" cy="3035808"/>
          </a:xfrm>
          <a:prstGeom prst="roundRect">
            <a:avLst>
              <a:gd name="adj" fmla="val 45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21" name="Snapshot.Number"/>
          <p:cNvSpPr/>
          <p:nvPr/>
        </p:nvSpPr>
        <p:spPr>
          <a:xfrm>
            <a:off x="12333427" y="58522"/>
            <a:ext cx="351130" cy="351130"/>
          </a:xfrm>
          <a:prstGeom prst="ellipse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22" name="Snapshot.NumberText"/>
          <p:cNvSpPr txBox="1"/>
          <p:nvPr/>
        </p:nvSpPr>
        <p:spPr>
          <a:xfrm>
            <a:off x="12333427" y="58522"/>
            <a:ext cx="351130" cy="351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100023" name="Snapshot.Title"/>
          <p:cNvSpPr txBox="1"/>
          <p:nvPr/>
        </p:nvSpPr>
        <p:spPr>
          <a:xfrm>
            <a:off x="11411712" y="453542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Global Snapshot</a:t>
            </a:r>
          </a:p>
        </p:txBody>
      </p:sp>
      <p:pic>
        <p:nvPicPr>
          <p:cNvPr id="100024" name="RTL.Asset" descr="RTL.Asset"/>
          <p:cNvPicPr>
            <a:picLocks noChangeAspect="1"/>
          </p:cNvPicPr>
          <p:nvPr/>
        </p:nvPicPr>
        <p:blipFill>
          <a:blip xmlns:r="http://schemas.openxmlformats.org/officeDocument/2006/relationships" r:embed="R7f1d8b55ade440d4"/>
          <a:srcRect l="22807" t="18580" r="21929" b="14354"/>
          <a:stretch>
            <a:fillRect/>
          </a:stretch>
        </p:blipFill>
        <p:spPr>
          <a:xfrm>
            <a:off x="621792" y="1310471"/>
            <a:ext cx="1463040" cy="1775493"/>
          </a:xfrm>
          <a:prstGeom prst="rect">
            <a:avLst/>
          </a:prstGeom>
        </p:spPr>
      </p:pic>
      <p:pic>
        <p:nvPicPr>
          <p:cNvPr id="100025" name="Partition.Asset" descr="Partition.Asset"/>
          <p:cNvPicPr>
            <a:picLocks noChangeAspect="1"/>
          </p:cNvPicPr>
          <p:nvPr/>
        </p:nvPicPr>
        <p:blipFill>
          <a:blip xmlns:r="http://schemas.openxmlformats.org/officeDocument/2006/relationships" r:embed="Rec6aa51fd5754a50"/>
          <a:srcRect l="15869" t="18660" r="15789" b="18660"/>
          <a:stretch>
            <a:fillRect/>
          </a:stretch>
        </p:blipFill>
        <p:spPr>
          <a:xfrm>
            <a:off x="2940710" y="1365048"/>
            <a:ext cx="1872691" cy="1717544"/>
          </a:xfrm>
          <a:prstGeom prst="rect">
            <a:avLst/>
          </a:prstGeom>
        </p:spPr>
      </p:pic>
      <p:sp>
        <p:nvSpPr>
          <p:cNvPr id="100026" name="Deploy.Host"/>
          <p:cNvSpPr/>
          <p:nvPr/>
        </p:nvSpPr>
        <p:spPr>
          <a:xfrm>
            <a:off x="5596128" y="1221638"/>
            <a:ext cx="2048256" cy="424282"/>
          </a:xfrm>
          <a:prstGeom prst="roundRect">
            <a:avLst>
              <a:gd name="adj" fmla="val 7000"/>
            </a:avLst>
          </a:prstGeom>
          <a:solidFill>
            <a:srgbClr val="DCE8EF"/>
          </a:solidFill>
          <a:ln w="15240">
            <a:solidFill>
              <a:srgbClr val="7D9DB2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Host Runtime</a:t>
            </a:r>
          </a:p>
        </p:txBody>
      </p:sp>
      <p:cxnSp>
        <p:nvCxnSpPr>
          <p:cNvPr id="100027" name="Deploy.Host0"/>
          <p:cNvCxnSpPr/>
          <p:nvPr/>
        </p:nvCxnSpPr>
        <p:spPr>
          <a:xfrm>
            <a:off x="5888736" y="1645920"/>
            <a:ext cx="0" cy="490118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cxnSp>
        <p:nvCxnSpPr>
          <p:cNvPr id="100028" name="Deploy.Host1"/>
          <p:cNvCxnSpPr/>
          <p:nvPr/>
        </p:nvCxnSpPr>
        <p:spPr>
          <a:xfrm>
            <a:off x="7351776" y="1645920"/>
            <a:ext cx="0" cy="490118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grpSp>
        <p:nvGrpSpPr>
          <p:cNvPr id="100051" name="Deploy.FPGA0"/>
          <p:cNvGrpSpPr/>
          <p:nvPr/>
        </p:nvGrpSpPr>
        <p:grpSpPr>
          <a:xfrm>
            <a:off x="5397155" y="2134575"/>
            <a:ext cx="983162" cy="983163"/>
            <a:chOff x="5397155" y="2134575"/>
            <a:chExt cx="983162" cy="983163"/>
          </a:xfrm>
        </p:grpSpPr>
        <p:sp>
          <p:nvSpPr>
            <p:cNvPr id="100029" name="Deploy.FPGA0.PinT0"/>
            <p:cNvSpPr/>
            <p:nvPr/>
          </p:nvSpPr>
          <p:spPr>
            <a:xfrm>
              <a:off x="5610173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0" name="Deploy.FPGA0.PinB0"/>
            <p:cNvSpPr/>
            <p:nvPr/>
          </p:nvSpPr>
          <p:spPr>
            <a:xfrm>
              <a:off x="5610173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1" name="Deploy.FPGA0.PinL0"/>
            <p:cNvSpPr/>
            <p:nvPr/>
          </p:nvSpPr>
          <p:spPr>
            <a:xfrm>
              <a:off x="5397155" y="2347594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2" name="Deploy.FPGA0.PinR0"/>
            <p:cNvSpPr/>
            <p:nvPr/>
          </p:nvSpPr>
          <p:spPr>
            <a:xfrm>
              <a:off x="6298387" y="2347594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3" name="Deploy.FPGA0.PinT1"/>
            <p:cNvSpPr/>
            <p:nvPr/>
          </p:nvSpPr>
          <p:spPr>
            <a:xfrm>
              <a:off x="5737165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4" name="Deploy.FPGA0.PinB1"/>
            <p:cNvSpPr/>
            <p:nvPr/>
          </p:nvSpPr>
          <p:spPr>
            <a:xfrm>
              <a:off x="5737165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5" name="Deploy.FPGA0.PinL1"/>
            <p:cNvSpPr/>
            <p:nvPr/>
          </p:nvSpPr>
          <p:spPr>
            <a:xfrm>
              <a:off x="5397155" y="2474586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6" name="Deploy.FPGA0.PinR1"/>
            <p:cNvSpPr/>
            <p:nvPr/>
          </p:nvSpPr>
          <p:spPr>
            <a:xfrm>
              <a:off x="6298387" y="2474586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7" name="Deploy.FPGA0.PinT2"/>
            <p:cNvSpPr/>
            <p:nvPr/>
          </p:nvSpPr>
          <p:spPr>
            <a:xfrm>
              <a:off x="5864157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8" name="Deploy.FPGA0.PinB2"/>
            <p:cNvSpPr/>
            <p:nvPr/>
          </p:nvSpPr>
          <p:spPr>
            <a:xfrm>
              <a:off x="5864157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39" name="Deploy.FPGA0.PinL2"/>
            <p:cNvSpPr/>
            <p:nvPr/>
          </p:nvSpPr>
          <p:spPr>
            <a:xfrm>
              <a:off x="5397155" y="2601578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0" name="Deploy.FPGA0.PinR2"/>
            <p:cNvSpPr/>
            <p:nvPr/>
          </p:nvSpPr>
          <p:spPr>
            <a:xfrm>
              <a:off x="6298387" y="2601578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1" name="Deploy.FPGA0.PinT3"/>
            <p:cNvSpPr/>
            <p:nvPr/>
          </p:nvSpPr>
          <p:spPr>
            <a:xfrm>
              <a:off x="5991149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2" name="Deploy.FPGA0.PinB3"/>
            <p:cNvSpPr/>
            <p:nvPr/>
          </p:nvSpPr>
          <p:spPr>
            <a:xfrm>
              <a:off x="5991149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3" name="Deploy.FPGA0.PinL3"/>
            <p:cNvSpPr/>
            <p:nvPr/>
          </p:nvSpPr>
          <p:spPr>
            <a:xfrm>
              <a:off x="5397155" y="2728570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4" name="Deploy.FPGA0.PinR3"/>
            <p:cNvSpPr/>
            <p:nvPr/>
          </p:nvSpPr>
          <p:spPr>
            <a:xfrm>
              <a:off x="6298387" y="2728570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5" name="Deploy.FPGA0.PinT4"/>
            <p:cNvSpPr/>
            <p:nvPr/>
          </p:nvSpPr>
          <p:spPr>
            <a:xfrm>
              <a:off x="6118141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6" name="Deploy.FPGA0.PinB4"/>
            <p:cNvSpPr/>
            <p:nvPr/>
          </p:nvSpPr>
          <p:spPr>
            <a:xfrm>
              <a:off x="6118141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7" name="Deploy.FPGA0.PinL4"/>
            <p:cNvSpPr/>
            <p:nvPr/>
          </p:nvSpPr>
          <p:spPr>
            <a:xfrm>
              <a:off x="5397155" y="2855561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8" name="Deploy.FPGA0.PinR4"/>
            <p:cNvSpPr/>
            <p:nvPr/>
          </p:nvSpPr>
          <p:spPr>
            <a:xfrm>
              <a:off x="6298387" y="2855561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49" name="Deploy.FPGA0.Body"/>
            <p:cNvSpPr/>
            <p:nvPr/>
          </p:nvSpPr>
          <p:spPr>
            <a:xfrm>
              <a:off x="5479085" y="2216506"/>
              <a:ext cx="819302" cy="819302"/>
            </a:xfrm>
            <a:prstGeom prst="roundRect">
              <a:avLst>
                <a:gd name="adj" fmla="val 8000"/>
              </a:avLst>
            </a:prstGeom>
            <a:solidFill>
              <a:srgbClr val="A9D3EC"/>
            </a:solidFill>
            <a:ln w="1905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0" name="Deploy.FPGA0.Label"/>
            <p:cNvSpPr txBox="1"/>
            <p:nvPr/>
          </p:nvSpPr>
          <p:spPr>
            <a:xfrm>
              <a:off x="5479085" y="2216506"/>
              <a:ext cx="819302" cy="81930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FPGA0</a:t>
              </a:r>
            </a:p>
          </p:txBody>
        </p:sp>
      </p:grpSp>
      <p:grpSp>
        <p:nvGrpSpPr>
          <p:cNvPr id="100074" name="Deploy.FPGA1"/>
          <p:cNvGrpSpPr/>
          <p:nvPr/>
        </p:nvGrpSpPr>
        <p:grpSpPr>
          <a:xfrm>
            <a:off x="6860195" y="2134575"/>
            <a:ext cx="983162" cy="983163"/>
            <a:chOff x="6860195" y="2134575"/>
            <a:chExt cx="983162" cy="983163"/>
          </a:xfrm>
        </p:grpSpPr>
        <p:sp>
          <p:nvSpPr>
            <p:cNvPr id="100052" name="Deploy.FPGA1.PinT0"/>
            <p:cNvSpPr/>
            <p:nvPr/>
          </p:nvSpPr>
          <p:spPr>
            <a:xfrm>
              <a:off x="7073213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3" name="Deploy.FPGA1.PinB0"/>
            <p:cNvSpPr/>
            <p:nvPr/>
          </p:nvSpPr>
          <p:spPr>
            <a:xfrm>
              <a:off x="7073213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4" name="Deploy.FPGA1.PinL0"/>
            <p:cNvSpPr/>
            <p:nvPr/>
          </p:nvSpPr>
          <p:spPr>
            <a:xfrm>
              <a:off x="6860195" y="2347594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5" name="Deploy.FPGA1.PinR0"/>
            <p:cNvSpPr/>
            <p:nvPr/>
          </p:nvSpPr>
          <p:spPr>
            <a:xfrm>
              <a:off x="7761427" y="2347594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6" name="Deploy.FPGA1.PinT1"/>
            <p:cNvSpPr/>
            <p:nvPr/>
          </p:nvSpPr>
          <p:spPr>
            <a:xfrm>
              <a:off x="7200205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7" name="Deploy.FPGA1.PinB1"/>
            <p:cNvSpPr/>
            <p:nvPr/>
          </p:nvSpPr>
          <p:spPr>
            <a:xfrm>
              <a:off x="7200205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8" name="Deploy.FPGA1.PinL1"/>
            <p:cNvSpPr/>
            <p:nvPr/>
          </p:nvSpPr>
          <p:spPr>
            <a:xfrm>
              <a:off x="6860195" y="2474586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59" name="Deploy.FPGA1.PinR1"/>
            <p:cNvSpPr/>
            <p:nvPr/>
          </p:nvSpPr>
          <p:spPr>
            <a:xfrm>
              <a:off x="7761427" y="2474586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0" name="Deploy.FPGA1.PinT2"/>
            <p:cNvSpPr/>
            <p:nvPr/>
          </p:nvSpPr>
          <p:spPr>
            <a:xfrm>
              <a:off x="7327197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1" name="Deploy.FPGA1.PinB2"/>
            <p:cNvSpPr/>
            <p:nvPr/>
          </p:nvSpPr>
          <p:spPr>
            <a:xfrm>
              <a:off x="7327197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2" name="Deploy.FPGA1.PinL2"/>
            <p:cNvSpPr/>
            <p:nvPr/>
          </p:nvSpPr>
          <p:spPr>
            <a:xfrm>
              <a:off x="6860195" y="2601578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3" name="Deploy.FPGA1.PinR2"/>
            <p:cNvSpPr/>
            <p:nvPr/>
          </p:nvSpPr>
          <p:spPr>
            <a:xfrm>
              <a:off x="7761427" y="2601578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4" name="Deploy.FPGA1.PinT3"/>
            <p:cNvSpPr/>
            <p:nvPr/>
          </p:nvSpPr>
          <p:spPr>
            <a:xfrm>
              <a:off x="7454189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5" name="Deploy.FPGA1.PinB3"/>
            <p:cNvSpPr/>
            <p:nvPr/>
          </p:nvSpPr>
          <p:spPr>
            <a:xfrm>
              <a:off x="7454189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6" name="Deploy.FPGA1.PinL3"/>
            <p:cNvSpPr/>
            <p:nvPr/>
          </p:nvSpPr>
          <p:spPr>
            <a:xfrm>
              <a:off x="6860195" y="2728570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7" name="Deploy.FPGA1.PinR3"/>
            <p:cNvSpPr/>
            <p:nvPr/>
          </p:nvSpPr>
          <p:spPr>
            <a:xfrm>
              <a:off x="7761427" y="2728570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8" name="Deploy.FPGA1.PinT4"/>
            <p:cNvSpPr/>
            <p:nvPr/>
          </p:nvSpPr>
          <p:spPr>
            <a:xfrm>
              <a:off x="7581181" y="2134575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69" name="Deploy.FPGA1.PinB4"/>
            <p:cNvSpPr/>
            <p:nvPr/>
          </p:nvSpPr>
          <p:spPr>
            <a:xfrm>
              <a:off x="7581181" y="3035808"/>
              <a:ext cx="61448" cy="81930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70" name="Deploy.FPGA1.PinL4"/>
            <p:cNvSpPr/>
            <p:nvPr/>
          </p:nvSpPr>
          <p:spPr>
            <a:xfrm>
              <a:off x="6860195" y="2855561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71" name="Deploy.FPGA1.PinR4"/>
            <p:cNvSpPr/>
            <p:nvPr/>
          </p:nvSpPr>
          <p:spPr>
            <a:xfrm>
              <a:off x="7761427" y="2855561"/>
              <a:ext cx="81930" cy="61448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72" name="Deploy.FPGA1.Body"/>
            <p:cNvSpPr/>
            <p:nvPr/>
          </p:nvSpPr>
          <p:spPr>
            <a:xfrm>
              <a:off x="6942125" y="2216506"/>
              <a:ext cx="819302" cy="819302"/>
            </a:xfrm>
            <a:prstGeom prst="roundRect">
              <a:avLst>
                <a:gd name="adj" fmla="val 8000"/>
              </a:avLst>
            </a:prstGeom>
            <a:solidFill>
              <a:srgbClr val="ACE0D4"/>
            </a:solidFill>
            <a:ln w="1905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073" name="Deploy.FPGA1.Label"/>
            <p:cNvSpPr txBox="1"/>
            <p:nvPr/>
          </p:nvSpPr>
          <p:spPr>
            <a:xfrm>
              <a:off x="6942125" y="2216506"/>
              <a:ext cx="819302" cy="81930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FPGA1</a:t>
              </a:r>
            </a:p>
          </p:txBody>
        </p:sp>
      </p:grpSp>
      <p:cxnSp>
        <p:nvCxnSpPr>
          <p:cNvPr id="100075" name="Deploy.Link"/>
          <p:cNvCxnSpPr/>
          <p:nvPr/>
        </p:nvCxnSpPr>
        <p:spPr>
          <a:xfrm>
            <a:off x="6408115" y="2618842"/>
            <a:ext cx="424282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triangle"/>
            <a:tailEnd type="triangle"/>
          </a:ln>
        </p:spPr>
      </p:cxnSp>
      <p:sp>
        <p:nvSpPr>
          <p:cNvPr id="100076" name="Deploy.LinkLabel"/>
          <p:cNvSpPr txBox="1"/>
          <p:nvPr/>
        </p:nvSpPr>
        <p:spPr>
          <a:xfrm>
            <a:off x="6071616" y="1894637"/>
            <a:ext cx="1097280" cy="2633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LI-TDM</a:t>
            </a:r>
          </a:p>
        </p:txBody>
      </p:sp>
      <p:sp>
        <p:nvSpPr>
          <p:cNvPr id="100077" name="Deploy.Fabric"/>
          <p:cNvSpPr txBox="1"/>
          <p:nvPr/>
        </p:nvSpPr>
        <p:spPr>
          <a:xfrm>
            <a:off x="6071616" y="3013862"/>
            <a:ext cx="1097280" cy="2633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Fabric</a:t>
            </a:r>
          </a:p>
        </p:txBody>
      </p:sp>
      <p:sp>
        <p:nvSpPr>
          <p:cNvPr id="100078" name="Cycle.Box0"/>
          <p:cNvSpPr/>
          <p:nvPr/>
        </p:nvSpPr>
        <p:spPr>
          <a:xfrm>
            <a:off x="8427110" y="1258214"/>
            <a:ext cx="2457907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584B8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079" name="Cycle.Label0"/>
          <p:cNvSpPr txBox="1"/>
          <p:nvPr/>
        </p:nvSpPr>
        <p:spPr>
          <a:xfrm>
            <a:off x="8529523" y="1280160"/>
            <a:ext cx="950976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FPGA0</a:t>
            </a:r>
          </a:p>
        </p:txBody>
      </p:sp>
      <p:cxnSp>
        <p:nvCxnSpPr>
          <p:cNvPr id="100080" name="Cycle.Wave0.0"/>
          <p:cNvCxnSpPr/>
          <p:nvPr/>
        </p:nvCxnSpPr>
        <p:spPr>
          <a:xfrm>
            <a:off x="8573414" y="1799539"/>
            <a:ext cx="12344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1" name="Cycle.Wave0.1"/>
          <p:cNvCxnSpPr/>
          <p:nvPr/>
        </p:nvCxnSpPr>
        <p:spPr>
          <a:xfrm>
            <a:off x="8696858" y="1616659"/>
            <a:ext cx="0" cy="18288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2" name="Cycle.Wave0.2"/>
          <p:cNvCxnSpPr/>
          <p:nvPr/>
        </p:nvCxnSpPr>
        <p:spPr>
          <a:xfrm>
            <a:off x="8696858" y="1616659"/>
            <a:ext cx="222199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3" name="Cycle.Wave0.3"/>
          <p:cNvCxnSpPr/>
          <p:nvPr/>
        </p:nvCxnSpPr>
        <p:spPr>
          <a:xfrm>
            <a:off x="8919058" y="1616659"/>
            <a:ext cx="0" cy="18288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4" name="Cycle.Wave0.4"/>
          <p:cNvCxnSpPr/>
          <p:nvPr/>
        </p:nvCxnSpPr>
        <p:spPr>
          <a:xfrm>
            <a:off x="8919058" y="1799539"/>
            <a:ext cx="148133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5" name="Cycle.Wave0.5"/>
          <p:cNvCxnSpPr/>
          <p:nvPr/>
        </p:nvCxnSpPr>
        <p:spPr>
          <a:xfrm>
            <a:off x="9067190" y="1799539"/>
            <a:ext cx="12344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6" name="Cycle.Wave0.6"/>
          <p:cNvCxnSpPr/>
          <p:nvPr/>
        </p:nvCxnSpPr>
        <p:spPr>
          <a:xfrm>
            <a:off x="9190634" y="1616659"/>
            <a:ext cx="0" cy="18288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7" name="Cycle.Wave0.7"/>
          <p:cNvCxnSpPr/>
          <p:nvPr/>
        </p:nvCxnSpPr>
        <p:spPr>
          <a:xfrm>
            <a:off x="9190634" y="1616659"/>
            <a:ext cx="222199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8" name="Cycle.Wave0.8"/>
          <p:cNvCxnSpPr/>
          <p:nvPr/>
        </p:nvCxnSpPr>
        <p:spPr>
          <a:xfrm>
            <a:off x="9412834" y="1616659"/>
            <a:ext cx="0" cy="18288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89" name="Cycle.Wave0.9"/>
          <p:cNvCxnSpPr/>
          <p:nvPr/>
        </p:nvCxnSpPr>
        <p:spPr>
          <a:xfrm>
            <a:off x="9412834" y="1799539"/>
            <a:ext cx="148133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0" name="Cycle.Wave0.10"/>
          <p:cNvCxnSpPr/>
          <p:nvPr/>
        </p:nvCxnSpPr>
        <p:spPr>
          <a:xfrm>
            <a:off x="9560966" y="1799539"/>
            <a:ext cx="12344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1" name="Cycle.Wave0.11"/>
          <p:cNvCxnSpPr/>
          <p:nvPr/>
        </p:nvCxnSpPr>
        <p:spPr>
          <a:xfrm>
            <a:off x="9684410" y="1616659"/>
            <a:ext cx="0" cy="18288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2" name="Cycle.Wave0.12"/>
          <p:cNvCxnSpPr/>
          <p:nvPr/>
        </p:nvCxnSpPr>
        <p:spPr>
          <a:xfrm>
            <a:off x="9684410" y="1616659"/>
            <a:ext cx="222199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3" name="Cycle.Wave0.13"/>
          <p:cNvCxnSpPr/>
          <p:nvPr/>
        </p:nvCxnSpPr>
        <p:spPr>
          <a:xfrm>
            <a:off x="9906610" y="1616659"/>
            <a:ext cx="0" cy="18288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4" name="Cycle.Wave0.14"/>
          <p:cNvCxnSpPr/>
          <p:nvPr/>
        </p:nvCxnSpPr>
        <p:spPr>
          <a:xfrm>
            <a:off x="9906610" y="1799539"/>
            <a:ext cx="148133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5" name="Cycle.Wave0.15"/>
          <p:cNvCxnSpPr/>
          <p:nvPr/>
        </p:nvCxnSpPr>
        <p:spPr>
          <a:xfrm>
            <a:off x="10054742" y="1799539"/>
            <a:ext cx="12344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6" name="Cycle.Wave0.16"/>
          <p:cNvCxnSpPr/>
          <p:nvPr/>
        </p:nvCxnSpPr>
        <p:spPr>
          <a:xfrm>
            <a:off x="10178186" y="1616659"/>
            <a:ext cx="0" cy="18288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7" name="Cycle.Wave0.17"/>
          <p:cNvCxnSpPr/>
          <p:nvPr/>
        </p:nvCxnSpPr>
        <p:spPr>
          <a:xfrm>
            <a:off x="10178186" y="1616659"/>
            <a:ext cx="222199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8" name="Cycle.Wave0.18"/>
          <p:cNvCxnSpPr/>
          <p:nvPr/>
        </p:nvCxnSpPr>
        <p:spPr>
          <a:xfrm>
            <a:off x="10400386" y="1616659"/>
            <a:ext cx="0" cy="18288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099" name="Cycle.Wave0.19"/>
          <p:cNvCxnSpPr/>
          <p:nvPr/>
        </p:nvCxnSpPr>
        <p:spPr>
          <a:xfrm>
            <a:off x="10400386" y="1799539"/>
            <a:ext cx="148133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sp>
        <p:nvSpPr>
          <p:cNvPr id="100100" name="Cycle.Box1"/>
          <p:cNvSpPr/>
          <p:nvPr/>
        </p:nvSpPr>
        <p:spPr>
          <a:xfrm>
            <a:off x="8427110" y="2465222"/>
            <a:ext cx="2457907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008C95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01" name="Cycle.Label1"/>
          <p:cNvSpPr txBox="1"/>
          <p:nvPr/>
        </p:nvSpPr>
        <p:spPr>
          <a:xfrm>
            <a:off x="8529523" y="2487168"/>
            <a:ext cx="950976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FPGA1</a:t>
            </a:r>
          </a:p>
        </p:txBody>
      </p:sp>
      <p:cxnSp>
        <p:nvCxnSpPr>
          <p:cNvPr id="100102" name="Cycle.Wave1.0"/>
          <p:cNvCxnSpPr/>
          <p:nvPr/>
        </p:nvCxnSpPr>
        <p:spPr>
          <a:xfrm>
            <a:off x="8573414" y="3006547"/>
            <a:ext cx="12344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03" name="Cycle.Wave1.1"/>
          <p:cNvCxnSpPr/>
          <p:nvPr/>
        </p:nvCxnSpPr>
        <p:spPr>
          <a:xfrm>
            <a:off x="8696858" y="2823667"/>
            <a:ext cx="0" cy="18288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04" name="Cycle.Wave1.2"/>
          <p:cNvCxnSpPr/>
          <p:nvPr/>
        </p:nvCxnSpPr>
        <p:spPr>
          <a:xfrm>
            <a:off x="8696858" y="2823667"/>
            <a:ext cx="222199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05" name="Cycle.Wave1.3"/>
          <p:cNvCxnSpPr/>
          <p:nvPr/>
        </p:nvCxnSpPr>
        <p:spPr>
          <a:xfrm>
            <a:off x="8919058" y="2823667"/>
            <a:ext cx="0" cy="18288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06" name="Cycle.Wave1.4"/>
          <p:cNvCxnSpPr/>
          <p:nvPr/>
        </p:nvCxnSpPr>
        <p:spPr>
          <a:xfrm>
            <a:off x="8919058" y="3006547"/>
            <a:ext cx="14813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07" name="Cycle.Wave1.5"/>
          <p:cNvCxnSpPr/>
          <p:nvPr/>
        </p:nvCxnSpPr>
        <p:spPr>
          <a:xfrm>
            <a:off x="9067190" y="3006547"/>
            <a:ext cx="12344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08" name="Cycle.Wave1.6"/>
          <p:cNvCxnSpPr/>
          <p:nvPr/>
        </p:nvCxnSpPr>
        <p:spPr>
          <a:xfrm>
            <a:off x="9190634" y="2823667"/>
            <a:ext cx="0" cy="18288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09" name="Cycle.Wave1.7"/>
          <p:cNvCxnSpPr/>
          <p:nvPr/>
        </p:nvCxnSpPr>
        <p:spPr>
          <a:xfrm>
            <a:off x="9190634" y="2823667"/>
            <a:ext cx="222199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0" name="Cycle.Wave1.8"/>
          <p:cNvCxnSpPr/>
          <p:nvPr/>
        </p:nvCxnSpPr>
        <p:spPr>
          <a:xfrm>
            <a:off x="9412834" y="2823667"/>
            <a:ext cx="0" cy="18288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1" name="Cycle.Wave1.9"/>
          <p:cNvCxnSpPr/>
          <p:nvPr/>
        </p:nvCxnSpPr>
        <p:spPr>
          <a:xfrm>
            <a:off x="9412834" y="3006547"/>
            <a:ext cx="14813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2" name="Cycle.Wave1.10"/>
          <p:cNvCxnSpPr/>
          <p:nvPr/>
        </p:nvCxnSpPr>
        <p:spPr>
          <a:xfrm>
            <a:off x="9560966" y="3006547"/>
            <a:ext cx="12344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3" name="Cycle.Wave1.11"/>
          <p:cNvCxnSpPr/>
          <p:nvPr/>
        </p:nvCxnSpPr>
        <p:spPr>
          <a:xfrm>
            <a:off x="9684410" y="2823667"/>
            <a:ext cx="0" cy="18288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4" name="Cycle.Wave1.12"/>
          <p:cNvCxnSpPr/>
          <p:nvPr/>
        </p:nvCxnSpPr>
        <p:spPr>
          <a:xfrm>
            <a:off x="9684410" y="2823667"/>
            <a:ext cx="222199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5" name="Cycle.Wave1.13"/>
          <p:cNvCxnSpPr/>
          <p:nvPr/>
        </p:nvCxnSpPr>
        <p:spPr>
          <a:xfrm>
            <a:off x="9906610" y="2823667"/>
            <a:ext cx="0" cy="18288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6" name="Cycle.Wave1.14"/>
          <p:cNvCxnSpPr/>
          <p:nvPr/>
        </p:nvCxnSpPr>
        <p:spPr>
          <a:xfrm>
            <a:off x="9906610" y="3006547"/>
            <a:ext cx="14813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7" name="Cycle.Wave1.15"/>
          <p:cNvCxnSpPr/>
          <p:nvPr/>
        </p:nvCxnSpPr>
        <p:spPr>
          <a:xfrm>
            <a:off x="10054742" y="3006547"/>
            <a:ext cx="12344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8" name="Cycle.Wave1.16"/>
          <p:cNvCxnSpPr/>
          <p:nvPr/>
        </p:nvCxnSpPr>
        <p:spPr>
          <a:xfrm>
            <a:off x="10178186" y="2823667"/>
            <a:ext cx="0" cy="18288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19" name="Cycle.Wave1.17"/>
          <p:cNvCxnSpPr/>
          <p:nvPr/>
        </p:nvCxnSpPr>
        <p:spPr>
          <a:xfrm>
            <a:off x="10178186" y="2823667"/>
            <a:ext cx="222199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20" name="Cycle.Wave1.18"/>
          <p:cNvCxnSpPr/>
          <p:nvPr/>
        </p:nvCxnSpPr>
        <p:spPr>
          <a:xfrm>
            <a:off x="10400386" y="2823667"/>
            <a:ext cx="0" cy="18288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21" name="Cycle.Wave1.19"/>
          <p:cNvCxnSpPr/>
          <p:nvPr/>
        </p:nvCxnSpPr>
        <p:spPr>
          <a:xfrm>
            <a:off x="10400386" y="3006547"/>
            <a:ext cx="148133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122" name="Cycle.Sync12.58"/>
          <p:cNvCxnSpPr/>
          <p:nvPr/>
        </p:nvCxnSpPr>
        <p:spPr>
          <a:xfrm>
            <a:off x="9202522" y="1916582"/>
            <a:ext cx="0" cy="548640"/>
          </a:xfrm>
          <a:prstGeom prst="straightConnector1">
            <a:avLst/>
          </a:prstGeom>
          <a:ln w="19050">
            <a:solidFill>
              <a:srgbClr val="183B56"/>
            </a:solidFill>
            <a:prstDash val="dash"/>
            <a:headEnd type="none"/>
            <a:tailEnd type="none"/>
          </a:ln>
        </p:spPr>
      </p:cxnSp>
      <p:cxnSp>
        <p:nvCxnSpPr>
          <p:cNvPr id="100123" name="Cycle.Sync13.82"/>
          <p:cNvCxnSpPr/>
          <p:nvPr/>
        </p:nvCxnSpPr>
        <p:spPr>
          <a:xfrm>
            <a:off x="10109606" y="1916582"/>
            <a:ext cx="0" cy="548640"/>
          </a:xfrm>
          <a:prstGeom prst="straightConnector1">
            <a:avLst/>
          </a:prstGeom>
          <a:ln w="19050">
            <a:solidFill>
              <a:srgbClr val="183B56"/>
            </a:solidFill>
            <a:prstDash val="dash"/>
            <a:headEnd type="none"/>
            <a:tailEnd type="none"/>
          </a:ln>
        </p:spPr>
      </p:cxnSp>
      <p:cxnSp>
        <p:nvCxnSpPr>
          <p:cNvPr id="100124" name="Cycle.SyncBar"/>
          <p:cNvCxnSpPr/>
          <p:nvPr/>
        </p:nvCxnSpPr>
        <p:spPr>
          <a:xfrm>
            <a:off x="9202522" y="2187245"/>
            <a:ext cx="907085" cy="0"/>
          </a:xfrm>
          <a:prstGeom prst="straightConnector1">
            <a:avLst/>
          </a:prstGeom>
          <a:ln w="19050">
            <a:solidFill>
              <a:srgbClr val="183B56"/>
            </a:solidFill>
            <a:prstDash val="dash"/>
            <a:headEnd type="none"/>
            <a:tailEnd type="none"/>
          </a:ln>
        </p:spPr>
      </p:cxnSp>
      <p:sp>
        <p:nvSpPr>
          <p:cNvPr id="100125" name="Cycle.Pause"/>
          <p:cNvSpPr/>
          <p:nvPr/>
        </p:nvSpPr>
        <p:spPr>
          <a:xfrm>
            <a:off x="9414662" y="1945843"/>
            <a:ext cx="482803" cy="482803"/>
          </a:xfrm>
          <a:prstGeom prst="ellipse">
            <a:avLst/>
          </a:prstGeom>
          <a:solidFill>
            <a:srgbClr val="DF973E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26" name="Cycle.PauseBar0"/>
          <p:cNvSpPr/>
          <p:nvPr/>
        </p:nvSpPr>
        <p:spPr>
          <a:xfrm>
            <a:off x="9564624" y="2062886"/>
            <a:ext cx="65837" cy="2487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27" name="Cycle.PauseBar1"/>
          <p:cNvSpPr/>
          <p:nvPr/>
        </p:nvSpPr>
        <p:spPr>
          <a:xfrm>
            <a:off x="9688982" y="2062886"/>
            <a:ext cx="65837" cy="2487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grpSp>
        <p:nvGrpSpPr>
          <p:cNvPr id="100150" name="Snapshot.FPGA0"/>
          <p:cNvGrpSpPr/>
          <p:nvPr/>
        </p:nvGrpSpPr>
        <p:grpSpPr>
          <a:xfrm>
            <a:off x="11510467" y="1305763"/>
            <a:ext cx="833933" cy="833933"/>
            <a:chOff x="11510467" y="1305763"/>
            <a:chExt cx="833933" cy="833933"/>
          </a:xfrm>
        </p:grpSpPr>
        <p:sp>
          <p:nvSpPr>
            <p:cNvPr id="100128" name="Snapshot.FPGA0.PinT0"/>
            <p:cNvSpPr/>
            <p:nvPr/>
          </p:nvSpPr>
          <p:spPr>
            <a:xfrm>
              <a:off x="11691153" y="1305763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29" name="Snapshot.FPGA0.PinB0"/>
            <p:cNvSpPr/>
            <p:nvPr/>
          </p:nvSpPr>
          <p:spPr>
            <a:xfrm>
              <a:off x="11691153" y="207020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0" name="Snapshot.FPGA0.PinL0"/>
            <p:cNvSpPr/>
            <p:nvPr/>
          </p:nvSpPr>
          <p:spPr>
            <a:xfrm>
              <a:off x="11510467" y="1486449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1" name="Snapshot.FPGA0.PinR0"/>
            <p:cNvSpPr/>
            <p:nvPr/>
          </p:nvSpPr>
          <p:spPr>
            <a:xfrm>
              <a:off x="12274906" y="1486449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2" name="Snapshot.FPGA0.PinT1"/>
            <p:cNvSpPr/>
            <p:nvPr/>
          </p:nvSpPr>
          <p:spPr>
            <a:xfrm>
              <a:off x="11798869" y="1305763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3" name="Snapshot.FPGA0.PinB1"/>
            <p:cNvSpPr/>
            <p:nvPr/>
          </p:nvSpPr>
          <p:spPr>
            <a:xfrm>
              <a:off x="11798869" y="207020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4" name="Snapshot.FPGA0.PinL1"/>
            <p:cNvSpPr/>
            <p:nvPr/>
          </p:nvSpPr>
          <p:spPr>
            <a:xfrm>
              <a:off x="11510467" y="1594165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5" name="Snapshot.FPGA0.PinR1"/>
            <p:cNvSpPr/>
            <p:nvPr/>
          </p:nvSpPr>
          <p:spPr>
            <a:xfrm>
              <a:off x="12274906" y="1594165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6" name="Snapshot.FPGA0.PinT2"/>
            <p:cNvSpPr/>
            <p:nvPr/>
          </p:nvSpPr>
          <p:spPr>
            <a:xfrm>
              <a:off x="11906585" y="1305763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7" name="Snapshot.FPGA0.PinB2"/>
            <p:cNvSpPr/>
            <p:nvPr/>
          </p:nvSpPr>
          <p:spPr>
            <a:xfrm>
              <a:off x="11906585" y="207020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8" name="Snapshot.FPGA0.PinL2"/>
            <p:cNvSpPr/>
            <p:nvPr/>
          </p:nvSpPr>
          <p:spPr>
            <a:xfrm>
              <a:off x="11510467" y="1701881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39" name="Snapshot.FPGA0.PinR2"/>
            <p:cNvSpPr/>
            <p:nvPr/>
          </p:nvSpPr>
          <p:spPr>
            <a:xfrm>
              <a:off x="12274906" y="1701881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0" name="Snapshot.FPGA0.PinT3"/>
            <p:cNvSpPr/>
            <p:nvPr/>
          </p:nvSpPr>
          <p:spPr>
            <a:xfrm>
              <a:off x="12014302" y="1305763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1" name="Snapshot.FPGA0.PinB3"/>
            <p:cNvSpPr/>
            <p:nvPr/>
          </p:nvSpPr>
          <p:spPr>
            <a:xfrm>
              <a:off x="12014302" y="207020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2" name="Snapshot.FPGA0.PinL3"/>
            <p:cNvSpPr/>
            <p:nvPr/>
          </p:nvSpPr>
          <p:spPr>
            <a:xfrm>
              <a:off x="11510467" y="1809598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3" name="Snapshot.FPGA0.PinR3"/>
            <p:cNvSpPr/>
            <p:nvPr/>
          </p:nvSpPr>
          <p:spPr>
            <a:xfrm>
              <a:off x="12274906" y="1809598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4" name="Snapshot.FPGA0.PinT4"/>
            <p:cNvSpPr/>
            <p:nvPr/>
          </p:nvSpPr>
          <p:spPr>
            <a:xfrm>
              <a:off x="12122018" y="1305763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5" name="Snapshot.FPGA0.PinB4"/>
            <p:cNvSpPr/>
            <p:nvPr/>
          </p:nvSpPr>
          <p:spPr>
            <a:xfrm>
              <a:off x="12122018" y="207020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6" name="Snapshot.FPGA0.PinL4"/>
            <p:cNvSpPr/>
            <p:nvPr/>
          </p:nvSpPr>
          <p:spPr>
            <a:xfrm>
              <a:off x="11510467" y="1917314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7" name="Snapshot.FPGA0.PinR4"/>
            <p:cNvSpPr/>
            <p:nvPr/>
          </p:nvSpPr>
          <p:spPr>
            <a:xfrm>
              <a:off x="12274906" y="1917314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8" name="Snapshot.FPGA0.Body"/>
            <p:cNvSpPr/>
            <p:nvPr/>
          </p:nvSpPr>
          <p:spPr>
            <a:xfrm>
              <a:off x="11579962" y="1375258"/>
              <a:ext cx="694944" cy="694944"/>
            </a:xfrm>
            <a:prstGeom prst="roundRect">
              <a:avLst>
                <a:gd name="adj" fmla="val 8000"/>
              </a:avLst>
            </a:prstGeom>
            <a:solidFill>
              <a:srgbClr val="A9D3EC"/>
            </a:solidFill>
            <a:ln w="1905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49" name="Snapshot.FPGA0.Label"/>
            <p:cNvSpPr txBox="1"/>
            <p:nvPr/>
          </p:nvSpPr>
          <p:spPr>
            <a:xfrm>
              <a:off x="11579962" y="1375258"/>
              <a:ext cx="694944" cy="69494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FPGA0</a:t>
              </a:r>
            </a:p>
          </p:txBody>
        </p:sp>
      </p:grpSp>
      <p:grpSp>
        <p:nvGrpSpPr>
          <p:cNvPr id="100173" name="Snapshot.FPGA1"/>
          <p:cNvGrpSpPr/>
          <p:nvPr/>
        </p:nvGrpSpPr>
        <p:grpSpPr>
          <a:xfrm>
            <a:off x="11510467" y="2249424"/>
            <a:ext cx="833933" cy="833932"/>
            <a:chOff x="11510467" y="2249424"/>
            <a:chExt cx="833933" cy="833932"/>
          </a:xfrm>
        </p:grpSpPr>
        <p:sp>
          <p:nvSpPr>
            <p:cNvPr id="100151" name="Snapshot.FPGA1.PinT0"/>
            <p:cNvSpPr/>
            <p:nvPr/>
          </p:nvSpPr>
          <p:spPr>
            <a:xfrm>
              <a:off x="11691153" y="2249424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52" name="Snapshot.FPGA1.PinB0"/>
            <p:cNvSpPr/>
            <p:nvPr/>
          </p:nvSpPr>
          <p:spPr>
            <a:xfrm>
              <a:off x="11691153" y="301386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53" name="Snapshot.FPGA1.PinL0"/>
            <p:cNvSpPr/>
            <p:nvPr/>
          </p:nvSpPr>
          <p:spPr>
            <a:xfrm>
              <a:off x="11510467" y="2430109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54" name="Snapshot.FPGA1.PinR0"/>
            <p:cNvSpPr/>
            <p:nvPr/>
          </p:nvSpPr>
          <p:spPr>
            <a:xfrm>
              <a:off x="12274906" y="2430109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55" name="Snapshot.FPGA1.PinT1"/>
            <p:cNvSpPr/>
            <p:nvPr/>
          </p:nvSpPr>
          <p:spPr>
            <a:xfrm>
              <a:off x="11798869" y="2249424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56" name="Snapshot.FPGA1.PinB1"/>
            <p:cNvSpPr/>
            <p:nvPr/>
          </p:nvSpPr>
          <p:spPr>
            <a:xfrm>
              <a:off x="11798869" y="301386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57" name="Snapshot.FPGA1.PinL1"/>
            <p:cNvSpPr/>
            <p:nvPr/>
          </p:nvSpPr>
          <p:spPr>
            <a:xfrm>
              <a:off x="11510467" y="2537826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58" name="Snapshot.FPGA1.PinR1"/>
            <p:cNvSpPr/>
            <p:nvPr/>
          </p:nvSpPr>
          <p:spPr>
            <a:xfrm>
              <a:off x="12274906" y="2537826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59" name="Snapshot.FPGA1.PinT2"/>
            <p:cNvSpPr/>
            <p:nvPr/>
          </p:nvSpPr>
          <p:spPr>
            <a:xfrm>
              <a:off x="11906585" y="2249424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0" name="Snapshot.FPGA1.PinB2"/>
            <p:cNvSpPr/>
            <p:nvPr/>
          </p:nvSpPr>
          <p:spPr>
            <a:xfrm>
              <a:off x="11906585" y="301386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1" name="Snapshot.FPGA1.PinL2"/>
            <p:cNvSpPr/>
            <p:nvPr/>
          </p:nvSpPr>
          <p:spPr>
            <a:xfrm>
              <a:off x="11510467" y="2645542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2" name="Snapshot.FPGA1.PinR2"/>
            <p:cNvSpPr/>
            <p:nvPr/>
          </p:nvSpPr>
          <p:spPr>
            <a:xfrm>
              <a:off x="12274906" y="2645542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3" name="Snapshot.FPGA1.PinT3"/>
            <p:cNvSpPr/>
            <p:nvPr/>
          </p:nvSpPr>
          <p:spPr>
            <a:xfrm>
              <a:off x="12014302" y="2249424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4" name="Snapshot.FPGA1.PinB3"/>
            <p:cNvSpPr/>
            <p:nvPr/>
          </p:nvSpPr>
          <p:spPr>
            <a:xfrm>
              <a:off x="12014302" y="301386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5" name="Snapshot.FPGA1.PinL3"/>
            <p:cNvSpPr/>
            <p:nvPr/>
          </p:nvSpPr>
          <p:spPr>
            <a:xfrm>
              <a:off x="11510467" y="2753258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6" name="Snapshot.FPGA1.PinR3"/>
            <p:cNvSpPr/>
            <p:nvPr/>
          </p:nvSpPr>
          <p:spPr>
            <a:xfrm>
              <a:off x="12274906" y="2753258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7" name="Snapshot.FPGA1.PinT4"/>
            <p:cNvSpPr/>
            <p:nvPr/>
          </p:nvSpPr>
          <p:spPr>
            <a:xfrm>
              <a:off x="12122018" y="2249424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8" name="Snapshot.FPGA1.PinB4"/>
            <p:cNvSpPr/>
            <p:nvPr/>
          </p:nvSpPr>
          <p:spPr>
            <a:xfrm>
              <a:off x="12122018" y="3013862"/>
              <a:ext cx="52121" cy="69494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69" name="Snapshot.FPGA1.PinL4"/>
            <p:cNvSpPr/>
            <p:nvPr/>
          </p:nvSpPr>
          <p:spPr>
            <a:xfrm>
              <a:off x="11510467" y="2860975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70" name="Snapshot.FPGA1.PinR4"/>
            <p:cNvSpPr/>
            <p:nvPr/>
          </p:nvSpPr>
          <p:spPr>
            <a:xfrm>
              <a:off x="12274906" y="2860975"/>
              <a:ext cx="69494" cy="5212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71" name="Snapshot.FPGA1.Body"/>
            <p:cNvSpPr/>
            <p:nvPr/>
          </p:nvSpPr>
          <p:spPr>
            <a:xfrm>
              <a:off x="11579962" y="2318918"/>
              <a:ext cx="694944" cy="694944"/>
            </a:xfrm>
            <a:prstGeom prst="roundRect">
              <a:avLst>
                <a:gd name="adj" fmla="val 8000"/>
              </a:avLst>
            </a:prstGeom>
            <a:solidFill>
              <a:srgbClr val="ACE0D4"/>
            </a:solidFill>
            <a:ln w="1905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72" name="Snapshot.FPGA1.Label"/>
            <p:cNvSpPr txBox="1"/>
            <p:nvPr/>
          </p:nvSpPr>
          <p:spPr>
            <a:xfrm>
              <a:off x="11579962" y="2318918"/>
              <a:ext cx="694944" cy="69494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FPGA1</a:t>
              </a:r>
            </a:p>
          </p:txBody>
        </p:sp>
      </p:grpSp>
      <p:cxnSp>
        <p:nvCxnSpPr>
          <p:cNvPr id="100174" name="Snapshot.In0A"/>
          <p:cNvCxnSpPr/>
          <p:nvPr/>
        </p:nvCxnSpPr>
        <p:spPr>
          <a:xfrm>
            <a:off x="12362688" y="1719072"/>
            <a:ext cx="190195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175" name="Snapshot.In0B"/>
          <p:cNvCxnSpPr/>
          <p:nvPr/>
        </p:nvCxnSpPr>
        <p:spPr>
          <a:xfrm>
            <a:off x="12552883" y="1719072"/>
            <a:ext cx="0" cy="219456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176" name="Snapshot.In0C"/>
          <p:cNvCxnSpPr/>
          <p:nvPr/>
        </p:nvCxnSpPr>
        <p:spPr>
          <a:xfrm>
            <a:off x="12552883" y="1938528"/>
            <a:ext cx="234086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cxnSp>
        <p:nvCxnSpPr>
          <p:cNvPr id="100177" name="Snapshot.In1A"/>
          <p:cNvCxnSpPr/>
          <p:nvPr/>
        </p:nvCxnSpPr>
        <p:spPr>
          <a:xfrm>
            <a:off x="12362688" y="2662733"/>
            <a:ext cx="190195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178" name="Snapshot.In1B"/>
          <p:cNvCxnSpPr/>
          <p:nvPr/>
        </p:nvCxnSpPr>
        <p:spPr>
          <a:xfrm>
            <a:off x="12552883" y="2362810"/>
            <a:ext cx="0" cy="299923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179" name="Snapshot.In1C"/>
          <p:cNvCxnSpPr/>
          <p:nvPr/>
        </p:nvCxnSpPr>
        <p:spPr>
          <a:xfrm>
            <a:off x="12552883" y="2362810"/>
            <a:ext cx="234086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sp>
        <p:nvSpPr>
          <p:cNvPr id="100180" name="Snapshot.Database"/>
          <p:cNvSpPr/>
          <p:nvPr/>
        </p:nvSpPr>
        <p:spPr>
          <a:xfrm>
            <a:off x="12801600" y="1719072"/>
            <a:ext cx="643738" cy="819302"/>
          </a:xfrm>
          <a:prstGeom prst="can">
            <a:avLst/>
          </a:prstGeom>
          <a:solidFill>
            <a:srgbClr val="A9D3EC"/>
          </a:solidFill>
          <a:ln w="19050">
            <a:solidFill>
              <a:srgbClr val="183B56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81" name="Snapshot.Caption"/>
          <p:cNvSpPr txBox="1"/>
          <p:nvPr/>
        </p:nvSpPr>
        <p:spPr>
          <a:xfrm>
            <a:off x="12508992" y="2574950"/>
            <a:ext cx="1133856" cy="5705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Global</a:t>
            </a:r>
          </a:p>
          <a:p>
            <a:pPr algn="ctr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Snapshot</a:t>
            </a:r>
          </a:p>
        </p:txBody>
      </p:sp>
      <p:sp>
        <p:nvSpPr>
          <p:cNvPr id="100182" name="Restore.Panel"/>
          <p:cNvSpPr/>
          <p:nvPr/>
        </p:nvSpPr>
        <p:spPr>
          <a:xfrm>
            <a:off x="2779776" y="3877056"/>
            <a:ext cx="3950208" cy="1463040"/>
          </a:xfrm>
          <a:prstGeom prst="roundRect">
            <a:avLst>
              <a:gd name="adj" fmla="val 60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83" name="Restore.Title"/>
          <p:cNvSpPr txBox="1"/>
          <p:nvPr/>
        </p:nvSpPr>
        <p:spPr>
          <a:xfrm>
            <a:off x="2926080" y="3942893"/>
            <a:ext cx="3657600" cy="3218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FPGA Restore</a:t>
            </a:r>
          </a:p>
        </p:txBody>
      </p:sp>
      <p:sp>
        <p:nvSpPr>
          <p:cNvPr id="100184" name="Replay.Panel"/>
          <p:cNvSpPr/>
          <p:nvPr/>
        </p:nvSpPr>
        <p:spPr>
          <a:xfrm>
            <a:off x="7168896" y="3877056"/>
            <a:ext cx="3950208" cy="1463040"/>
          </a:xfrm>
          <a:prstGeom prst="roundRect">
            <a:avLst>
              <a:gd name="adj" fmla="val 6000"/>
            </a:avLst>
          </a:prstGeom>
          <a:solidFill>
            <a:srgbClr val="F1F8FB"/>
          </a:solidFill>
          <a:ln w="15240">
            <a:solidFill>
              <a:srgbClr val="8EB5CB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185" name="Replay.Title"/>
          <p:cNvSpPr txBox="1"/>
          <p:nvPr/>
        </p:nvSpPr>
        <p:spPr>
          <a:xfrm>
            <a:off x="7315200" y="3942893"/>
            <a:ext cx="3657600" cy="3218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200" b="1">
                <a:solidFill>
                  <a:srgbClr val="183B56"/>
                </a:solidFill>
                <a:latin typeface="Arial"/>
                <a:ea typeface="Arial"/>
              </a:rPr>
              <a:t>Software RTL Replay</a:t>
            </a:r>
          </a:p>
        </p:txBody>
      </p:sp>
      <p:cxnSp>
        <p:nvCxnSpPr>
          <p:cNvPr id="100186" name="Snapshot.Output"/>
          <p:cNvCxnSpPr/>
          <p:nvPr/>
        </p:nvCxnSpPr>
        <p:spPr>
          <a:xfrm>
            <a:off x="12508992" y="3291840"/>
            <a:ext cx="0" cy="307238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187" name="Snapshot.Bus"/>
          <p:cNvCxnSpPr/>
          <p:nvPr/>
        </p:nvCxnSpPr>
        <p:spPr>
          <a:xfrm>
            <a:off x="4754880" y="3599078"/>
            <a:ext cx="7754112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none"/>
          </a:ln>
        </p:spPr>
      </p:cxnSp>
      <p:cxnSp>
        <p:nvCxnSpPr>
          <p:cNvPr id="100188" name="Restore.Input"/>
          <p:cNvCxnSpPr/>
          <p:nvPr/>
        </p:nvCxnSpPr>
        <p:spPr>
          <a:xfrm>
            <a:off x="4754880" y="3599078"/>
            <a:ext cx="0" cy="277978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cxnSp>
        <p:nvCxnSpPr>
          <p:cNvPr id="100189" name="Replay.Input"/>
          <p:cNvCxnSpPr/>
          <p:nvPr/>
        </p:nvCxnSpPr>
        <p:spPr>
          <a:xfrm>
            <a:off x="9144000" y="3599078"/>
            <a:ext cx="0" cy="277978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grpSp>
        <p:nvGrpSpPr>
          <p:cNvPr id="100212" name="Restore.FPGA0"/>
          <p:cNvGrpSpPr/>
          <p:nvPr/>
        </p:nvGrpSpPr>
        <p:grpSpPr>
          <a:xfrm>
            <a:off x="3582985" y="4314505"/>
            <a:ext cx="895380" cy="895380"/>
            <a:chOff x="3582985" y="4314505"/>
            <a:chExt cx="895380" cy="895380"/>
          </a:xfrm>
        </p:grpSpPr>
        <p:sp>
          <p:nvSpPr>
            <p:cNvPr id="100190" name="Restore.FPGA0.PinT0"/>
            <p:cNvSpPr/>
            <p:nvPr/>
          </p:nvSpPr>
          <p:spPr>
            <a:xfrm>
              <a:off x="3776984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1" name="Restore.FPGA0.PinB0"/>
            <p:cNvSpPr/>
            <p:nvPr/>
          </p:nvSpPr>
          <p:spPr>
            <a:xfrm>
              <a:off x="3776984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2" name="Restore.FPGA0.PinL0"/>
            <p:cNvSpPr/>
            <p:nvPr/>
          </p:nvSpPr>
          <p:spPr>
            <a:xfrm>
              <a:off x="3582985" y="4508504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3" name="Restore.FPGA0.PinR0"/>
            <p:cNvSpPr/>
            <p:nvPr/>
          </p:nvSpPr>
          <p:spPr>
            <a:xfrm>
              <a:off x="4403750" y="4508504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4" name="Restore.FPGA0.PinT1"/>
            <p:cNvSpPr/>
            <p:nvPr/>
          </p:nvSpPr>
          <p:spPr>
            <a:xfrm>
              <a:off x="3892637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5" name="Restore.FPGA0.PinB1"/>
            <p:cNvSpPr/>
            <p:nvPr/>
          </p:nvSpPr>
          <p:spPr>
            <a:xfrm>
              <a:off x="3892637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6" name="Restore.FPGA0.PinL1"/>
            <p:cNvSpPr/>
            <p:nvPr/>
          </p:nvSpPr>
          <p:spPr>
            <a:xfrm>
              <a:off x="3582985" y="4624157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7" name="Restore.FPGA0.PinR1"/>
            <p:cNvSpPr/>
            <p:nvPr/>
          </p:nvSpPr>
          <p:spPr>
            <a:xfrm>
              <a:off x="4403750" y="4624157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8" name="Restore.FPGA0.PinT2"/>
            <p:cNvSpPr/>
            <p:nvPr/>
          </p:nvSpPr>
          <p:spPr>
            <a:xfrm>
              <a:off x="4008291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199" name="Restore.FPGA0.PinB2"/>
            <p:cNvSpPr/>
            <p:nvPr/>
          </p:nvSpPr>
          <p:spPr>
            <a:xfrm>
              <a:off x="4008291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0" name="Restore.FPGA0.PinL2"/>
            <p:cNvSpPr/>
            <p:nvPr/>
          </p:nvSpPr>
          <p:spPr>
            <a:xfrm>
              <a:off x="3582985" y="4739811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1" name="Restore.FPGA0.PinR2"/>
            <p:cNvSpPr/>
            <p:nvPr/>
          </p:nvSpPr>
          <p:spPr>
            <a:xfrm>
              <a:off x="4403750" y="4739811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2" name="Restore.FPGA0.PinT3"/>
            <p:cNvSpPr/>
            <p:nvPr/>
          </p:nvSpPr>
          <p:spPr>
            <a:xfrm>
              <a:off x="4123944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3" name="Restore.FPGA0.PinB3"/>
            <p:cNvSpPr/>
            <p:nvPr/>
          </p:nvSpPr>
          <p:spPr>
            <a:xfrm>
              <a:off x="4123944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4" name="Restore.FPGA0.PinL3"/>
            <p:cNvSpPr/>
            <p:nvPr/>
          </p:nvSpPr>
          <p:spPr>
            <a:xfrm>
              <a:off x="3582985" y="4855464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5" name="Restore.FPGA0.PinR3"/>
            <p:cNvSpPr/>
            <p:nvPr/>
          </p:nvSpPr>
          <p:spPr>
            <a:xfrm>
              <a:off x="4403750" y="4855464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6" name="Restore.FPGA0.PinT4"/>
            <p:cNvSpPr/>
            <p:nvPr/>
          </p:nvSpPr>
          <p:spPr>
            <a:xfrm>
              <a:off x="4239597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7" name="Restore.FPGA0.PinB4"/>
            <p:cNvSpPr/>
            <p:nvPr/>
          </p:nvSpPr>
          <p:spPr>
            <a:xfrm>
              <a:off x="4239597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8" name="Restore.FPGA0.PinL4"/>
            <p:cNvSpPr/>
            <p:nvPr/>
          </p:nvSpPr>
          <p:spPr>
            <a:xfrm>
              <a:off x="3582985" y="4971117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09" name="Restore.FPGA0.PinR4"/>
            <p:cNvSpPr/>
            <p:nvPr/>
          </p:nvSpPr>
          <p:spPr>
            <a:xfrm>
              <a:off x="4403750" y="4971117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10" name="Restore.FPGA0.Body"/>
            <p:cNvSpPr/>
            <p:nvPr/>
          </p:nvSpPr>
          <p:spPr>
            <a:xfrm>
              <a:off x="3657600" y="4389120"/>
              <a:ext cx="746150" cy="746150"/>
            </a:xfrm>
            <a:prstGeom prst="roundRect">
              <a:avLst>
                <a:gd name="adj" fmla="val 8000"/>
              </a:avLst>
            </a:prstGeom>
            <a:solidFill>
              <a:srgbClr val="A9D3EC"/>
            </a:solidFill>
            <a:ln w="1905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11" name="Restore.FPGA0.Label"/>
            <p:cNvSpPr txBox="1"/>
            <p:nvPr/>
          </p:nvSpPr>
          <p:spPr>
            <a:xfrm>
              <a:off x="3657600" y="4389120"/>
              <a:ext cx="746150" cy="74615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FPGA0</a:t>
              </a:r>
            </a:p>
          </p:txBody>
        </p:sp>
      </p:grpSp>
      <p:grpSp>
        <p:nvGrpSpPr>
          <p:cNvPr id="100235" name="Restore.FPGA1"/>
          <p:cNvGrpSpPr/>
          <p:nvPr/>
        </p:nvGrpSpPr>
        <p:grpSpPr>
          <a:xfrm>
            <a:off x="5009449" y="4314505"/>
            <a:ext cx="895380" cy="895380"/>
            <a:chOff x="5009449" y="4314505"/>
            <a:chExt cx="895380" cy="895380"/>
          </a:xfrm>
        </p:grpSpPr>
        <p:sp>
          <p:nvSpPr>
            <p:cNvPr id="100213" name="Restore.FPGA1.PinT0"/>
            <p:cNvSpPr/>
            <p:nvPr/>
          </p:nvSpPr>
          <p:spPr>
            <a:xfrm>
              <a:off x="5203448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14" name="Restore.FPGA1.PinB0"/>
            <p:cNvSpPr/>
            <p:nvPr/>
          </p:nvSpPr>
          <p:spPr>
            <a:xfrm>
              <a:off x="5203448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15" name="Restore.FPGA1.PinL0"/>
            <p:cNvSpPr/>
            <p:nvPr/>
          </p:nvSpPr>
          <p:spPr>
            <a:xfrm>
              <a:off x="5009449" y="4508504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16" name="Restore.FPGA1.PinR0"/>
            <p:cNvSpPr/>
            <p:nvPr/>
          </p:nvSpPr>
          <p:spPr>
            <a:xfrm>
              <a:off x="5830214" y="4508504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17" name="Restore.FPGA1.PinT1"/>
            <p:cNvSpPr/>
            <p:nvPr/>
          </p:nvSpPr>
          <p:spPr>
            <a:xfrm>
              <a:off x="5319101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18" name="Restore.FPGA1.PinB1"/>
            <p:cNvSpPr/>
            <p:nvPr/>
          </p:nvSpPr>
          <p:spPr>
            <a:xfrm>
              <a:off x="5319101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19" name="Restore.FPGA1.PinL1"/>
            <p:cNvSpPr/>
            <p:nvPr/>
          </p:nvSpPr>
          <p:spPr>
            <a:xfrm>
              <a:off x="5009449" y="4624157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0" name="Restore.FPGA1.PinR1"/>
            <p:cNvSpPr/>
            <p:nvPr/>
          </p:nvSpPr>
          <p:spPr>
            <a:xfrm>
              <a:off x="5830214" y="4624157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1" name="Restore.FPGA1.PinT2"/>
            <p:cNvSpPr/>
            <p:nvPr/>
          </p:nvSpPr>
          <p:spPr>
            <a:xfrm>
              <a:off x="5434755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2" name="Restore.FPGA1.PinB2"/>
            <p:cNvSpPr/>
            <p:nvPr/>
          </p:nvSpPr>
          <p:spPr>
            <a:xfrm>
              <a:off x="5434755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3" name="Restore.FPGA1.PinL2"/>
            <p:cNvSpPr/>
            <p:nvPr/>
          </p:nvSpPr>
          <p:spPr>
            <a:xfrm>
              <a:off x="5009449" y="4739811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4" name="Restore.FPGA1.PinR2"/>
            <p:cNvSpPr/>
            <p:nvPr/>
          </p:nvSpPr>
          <p:spPr>
            <a:xfrm>
              <a:off x="5830214" y="4739811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5" name="Restore.FPGA1.PinT3"/>
            <p:cNvSpPr/>
            <p:nvPr/>
          </p:nvSpPr>
          <p:spPr>
            <a:xfrm>
              <a:off x="5550408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6" name="Restore.FPGA1.PinB3"/>
            <p:cNvSpPr/>
            <p:nvPr/>
          </p:nvSpPr>
          <p:spPr>
            <a:xfrm>
              <a:off x="5550408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7" name="Restore.FPGA1.PinL3"/>
            <p:cNvSpPr/>
            <p:nvPr/>
          </p:nvSpPr>
          <p:spPr>
            <a:xfrm>
              <a:off x="5009449" y="4855464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8" name="Restore.FPGA1.PinR3"/>
            <p:cNvSpPr/>
            <p:nvPr/>
          </p:nvSpPr>
          <p:spPr>
            <a:xfrm>
              <a:off x="5830214" y="4855464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29" name="Restore.FPGA1.PinT4"/>
            <p:cNvSpPr/>
            <p:nvPr/>
          </p:nvSpPr>
          <p:spPr>
            <a:xfrm>
              <a:off x="5666061" y="4314505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30" name="Restore.FPGA1.PinB4"/>
            <p:cNvSpPr/>
            <p:nvPr/>
          </p:nvSpPr>
          <p:spPr>
            <a:xfrm>
              <a:off x="5666061" y="5135270"/>
              <a:ext cx="55961" cy="74615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31" name="Restore.FPGA1.PinL4"/>
            <p:cNvSpPr/>
            <p:nvPr/>
          </p:nvSpPr>
          <p:spPr>
            <a:xfrm>
              <a:off x="5009449" y="4971117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32" name="Restore.FPGA1.PinR4"/>
            <p:cNvSpPr/>
            <p:nvPr/>
          </p:nvSpPr>
          <p:spPr>
            <a:xfrm>
              <a:off x="5830214" y="4971117"/>
              <a:ext cx="74615" cy="55961"/>
            </a:xfrm>
            <a:prstGeom prst="rect">
              <a:avLst/>
            </a:prstGeom>
            <a:solidFill>
              <a:srgbClr val="183B56"/>
            </a:solidFill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33" name="Restore.FPGA1.Body"/>
            <p:cNvSpPr/>
            <p:nvPr/>
          </p:nvSpPr>
          <p:spPr>
            <a:xfrm>
              <a:off x="5084064" y="4389120"/>
              <a:ext cx="746150" cy="746150"/>
            </a:xfrm>
            <a:prstGeom prst="roundRect">
              <a:avLst>
                <a:gd name="adj" fmla="val 8000"/>
              </a:avLst>
            </a:prstGeom>
            <a:solidFill>
              <a:srgbClr val="ACE0D4"/>
            </a:solidFill>
            <a:ln w="19050">
              <a:solidFill>
                <a:srgbClr val="183B56"/>
              </a:solidFill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endParaRPr lang="en-US" sz="1800">
                <a:solidFill>
                  <a:srgbClr val="183B56"/>
                </a:solidFill>
                <a:latin typeface="Arial"/>
                <a:ea typeface="Arial"/>
              </a:endParaRPr>
            </a:p>
          </p:txBody>
        </p:sp>
        <p:sp>
          <p:nvSpPr>
            <p:cNvPr id="100234" name="Restore.FPGA1.Label"/>
            <p:cNvSpPr txBox="1"/>
            <p:nvPr/>
          </p:nvSpPr>
          <p:spPr>
            <a:xfrm>
              <a:off x="5084064" y="4389120"/>
              <a:ext cx="746150" cy="74615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>
              <a:noAutofit/>
            </a:bodyPr>
            <a:lstStyle/>
            <a:p>
              <a:pPr algn="ctr"/>
              <a:r>
                <a:rPr lang="en-US" sz="1500" b="1">
                  <a:solidFill>
                    <a:srgbClr val="183B56"/>
                  </a:solidFill>
                  <a:latin typeface="Arial"/>
                  <a:ea typeface="Arial"/>
                </a:rPr>
                <a:t>FPGA1</a:t>
              </a:r>
            </a:p>
          </p:txBody>
        </p:sp>
      </p:grpSp>
      <p:sp>
        <p:nvSpPr>
          <p:cNvPr id="100236" name="Replay.RTL"/>
          <p:cNvSpPr/>
          <p:nvPr/>
        </p:nvSpPr>
        <p:spPr>
          <a:xfrm>
            <a:off x="7593178" y="4389120"/>
            <a:ext cx="599846" cy="760781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183B56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RTL</a:t>
            </a:r>
          </a:p>
        </p:txBody>
      </p:sp>
      <p:cxnSp>
        <p:nvCxnSpPr>
          <p:cNvPr id="100237" name="Replay.Arrow"/>
          <p:cNvCxnSpPr/>
          <p:nvPr/>
        </p:nvCxnSpPr>
        <p:spPr>
          <a:xfrm>
            <a:off x="8339328" y="4762195"/>
            <a:ext cx="416966" cy="0"/>
          </a:xfrm>
          <a:prstGeom prst="straightConnector1">
            <a:avLst/>
          </a:prstGeom>
          <a:ln w="19050">
            <a:solidFill>
              <a:srgbClr val="183B56"/>
            </a:solidFill>
            <a:prstDash val="solid"/>
            <a:headEnd type="none"/>
            <a:tailEnd type="triangle"/>
          </a:ln>
        </p:spPr>
      </p:cxnSp>
      <p:sp>
        <p:nvSpPr>
          <p:cNvPr id="100238" name="Replay.Monitor"/>
          <p:cNvSpPr/>
          <p:nvPr/>
        </p:nvSpPr>
        <p:spPr>
          <a:xfrm>
            <a:off x="8902598" y="4374490"/>
            <a:ext cx="1792224" cy="790042"/>
          </a:xfrm>
          <a:prstGeom prst="roundRect">
            <a:avLst>
              <a:gd name="adj" fmla="val 7000"/>
            </a:avLst>
          </a:prstGeom>
          <a:solidFill>
            <a:srgbClr val="A9D3EC"/>
          </a:solidFill>
          <a:ln w="19050">
            <a:solidFill>
              <a:srgbClr val="183B56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239" name="Replay.Screen"/>
          <p:cNvSpPr/>
          <p:nvPr/>
        </p:nvSpPr>
        <p:spPr>
          <a:xfrm>
            <a:off x="8975750" y="4447642"/>
            <a:ext cx="1645920" cy="636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cxnSp>
        <p:nvCxnSpPr>
          <p:cNvPr id="100240" name="Replay.Trace0.0"/>
          <p:cNvCxnSpPr/>
          <p:nvPr/>
        </p:nvCxnSpPr>
        <p:spPr>
          <a:xfrm>
            <a:off x="9056218" y="4630522"/>
            <a:ext cx="7388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1" name="Replay.Trace0.1"/>
          <p:cNvCxnSpPr/>
          <p:nvPr/>
        </p:nvCxnSpPr>
        <p:spPr>
          <a:xfrm>
            <a:off x="9130101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2" name="Replay.Trace0.2"/>
          <p:cNvCxnSpPr/>
          <p:nvPr/>
        </p:nvCxnSpPr>
        <p:spPr>
          <a:xfrm>
            <a:off x="9130101" y="4535424"/>
            <a:ext cx="13299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3" name="Replay.Trace0.3"/>
          <p:cNvCxnSpPr/>
          <p:nvPr/>
        </p:nvCxnSpPr>
        <p:spPr>
          <a:xfrm>
            <a:off x="9263091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4" name="Replay.Trace0.4"/>
          <p:cNvCxnSpPr/>
          <p:nvPr/>
        </p:nvCxnSpPr>
        <p:spPr>
          <a:xfrm>
            <a:off x="9263091" y="4630522"/>
            <a:ext cx="8866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5" name="Replay.Trace0.5"/>
          <p:cNvCxnSpPr/>
          <p:nvPr/>
        </p:nvCxnSpPr>
        <p:spPr>
          <a:xfrm>
            <a:off x="9351752" y="4630522"/>
            <a:ext cx="7388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6" name="Replay.Trace0.6"/>
          <p:cNvCxnSpPr/>
          <p:nvPr/>
        </p:nvCxnSpPr>
        <p:spPr>
          <a:xfrm>
            <a:off x="9425635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7" name="Replay.Trace0.7"/>
          <p:cNvCxnSpPr/>
          <p:nvPr/>
        </p:nvCxnSpPr>
        <p:spPr>
          <a:xfrm>
            <a:off x="9425635" y="4535424"/>
            <a:ext cx="13299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8" name="Replay.Trace0.8"/>
          <p:cNvCxnSpPr/>
          <p:nvPr/>
        </p:nvCxnSpPr>
        <p:spPr>
          <a:xfrm>
            <a:off x="9558626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49" name="Replay.Trace0.9"/>
          <p:cNvCxnSpPr/>
          <p:nvPr/>
        </p:nvCxnSpPr>
        <p:spPr>
          <a:xfrm>
            <a:off x="9558626" y="4630522"/>
            <a:ext cx="8866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0" name="Replay.Trace0.10"/>
          <p:cNvCxnSpPr/>
          <p:nvPr/>
        </p:nvCxnSpPr>
        <p:spPr>
          <a:xfrm>
            <a:off x="9647286" y="4630522"/>
            <a:ext cx="7388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1" name="Replay.Trace0.11"/>
          <p:cNvCxnSpPr/>
          <p:nvPr/>
        </p:nvCxnSpPr>
        <p:spPr>
          <a:xfrm>
            <a:off x="9721169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2" name="Replay.Trace0.12"/>
          <p:cNvCxnSpPr/>
          <p:nvPr/>
        </p:nvCxnSpPr>
        <p:spPr>
          <a:xfrm>
            <a:off x="9721169" y="4535424"/>
            <a:ext cx="13299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3" name="Replay.Trace0.13"/>
          <p:cNvCxnSpPr/>
          <p:nvPr/>
        </p:nvCxnSpPr>
        <p:spPr>
          <a:xfrm>
            <a:off x="9854160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4" name="Replay.Trace0.14"/>
          <p:cNvCxnSpPr/>
          <p:nvPr/>
        </p:nvCxnSpPr>
        <p:spPr>
          <a:xfrm>
            <a:off x="9854160" y="4630522"/>
            <a:ext cx="8866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5" name="Replay.Trace0.15"/>
          <p:cNvCxnSpPr/>
          <p:nvPr/>
        </p:nvCxnSpPr>
        <p:spPr>
          <a:xfrm>
            <a:off x="9942820" y="4630522"/>
            <a:ext cx="7388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6" name="Replay.Trace0.16"/>
          <p:cNvCxnSpPr/>
          <p:nvPr/>
        </p:nvCxnSpPr>
        <p:spPr>
          <a:xfrm>
            <a:off x="10016703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7" name="Replay.Trace0.17"/>
          <p:cNvCxnSpPr/>
          <p:nvPr/>
        </p:nvCxnSpPr>
        <p:spPr>
          <a:xfrm>
            <a:off x="10016703" y="4535424"/>
            <a:ext cx="13299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8" name="Replay.Trace0.18"/>
          <p:cNvCxnSpPr/>
          <p:nvPr/>
        </p:nvCxnSpPr>
        <p:spPr>
          <a:xfrm>
            <a:off x="10149694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59" name="Replay.Trace0.19"/>
          <p:cNvCxnSpPr/>
          <p:nvPr/>
        </p:nvCxnSpPr>
        <p:spPr>
          <a:xfrm>
            <a:off x="10149694" y="4630522"/>
            <a:ext cx="8866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60" name="Replay.Trace0.20"/>
          <p:cNvCxnSpPr/>
          <p:nvPr/>
        </p:nvCxnSpPr>
        <p:spPr>
          <a:xfrm>
            <a:off x="10238354" y="4630522"/>
            <a:ext cx="73884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61" name="Replay.Trace0.21"/>
          <p:cNvCxnSpPr/>
          <p:nvPr/>
        </p:nvCxnSpPr>
        <p:spPr>
          <a:xfrm>
            <a:off x="10312237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62" name="Replay.Trace0.22"/>
          <p:cNvCxnSpPr/>
          <p:nvPr/>
        </p:nvCxnSpPr>
        <p:spPr>
          <a:xfrm>
            <a:off x="10312237" y="4535424"/>
            <a:ext cx="13299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63" name="Replay.Trace0.23"/>
          <p:cNvCxnSpPr/>
          <p:nvPr/>
        </p:nvCxnSpPr>
        <p:spPr>
          <a:xfrm>
            <a:off x="10445228" y="4535424"/>
            <a:ext cx="0" cy="95098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64" name="Replay.Trace0.24"/>
          <p:cNvCxnSpPr/>
          <p:nvPr/>
        </p:nvCxnSpPr>
        <p:spPr>
          <a:xfrm>
            <a:off x="10445228" y="4630522"/>
            <a:ext cx="88660" cy="0"/>
          </a:xfrm>
          <a:prstGeom prst="straightConnector1">
            <a:avLst/>
          </a:prstGeom>
          <a:ln w="19050">
            <a:solidFill>
              <a:srgbClr val="2584B8"/>
            </a:solidFill>
            <a:prstDash val="solid"/>
            <a:headEnd type="none"/>
            <a:tailEnd type="none"/>
          </a:ln>
        </p:spPr>
      </p:cxnSp>
      <p:cxnSp>
        <p:nvCxnSpPr>
          <p:cNvPr id="100265" name="Replay.Trace1.0"/>
          <p:cNvCxnSpPr/>
          <p:nvPr/>
        </p:nvCxnSpPr>
        <p:spPr>
          <a:xfrm>
            <a:off x="9056218" y="4798771"/>
            <a:ext cx="7388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66" name="Replay.Trace1.1"/>
          <p:cNvCxnSpPr/>
          <p:nvPr/>
        </p:nvCxnSpPr>
        <p:spPr>
          <a:xfrm>
            <a:off x="9130101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67" name="Replay.Trace1.2"/>
          <p:cNvCxnSpPr/>
          <p:nvPr/>
        </p:nvCxnSpPr>
        <p:spPr>
          <a:xfrm>
            <a:off x="9130101" y="4703674"/>
            <a:ext cx="13299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68" name="Replay.Trace1.3"/>
          <p:cNvCxnSpPr/>
          <p:nvPr/>
        </p:nvCxnSpPr>
        <p:spPr>
          <a:xfrm>
            <a:off x="9263091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69" name="Replay.Trace1.4"/>
          <p:cNvCxnSpPr/>
          <p:nvPr/>
        </p:nvCxnSpPr>
        <p:spPr>
          <a:xfrm>
            <a:off x="9263091" y="4798771"/>
            <a:ext cx="8866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0" name="Replay.Trace1.5"/>
          <p:cNvCxnSpPr/>
          <p:nvPr/>
        </p:nvCxnSpPr>
        <p:spPr>
          <a:xfrm>
            <a:off x="9351752" y="4798771"/>
            <a:ext cx="7388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1" name="Replay.Trace1.6"/>
          <p:cNvCxnSpPr/>
          <p:nvPr/>
        </p:nvCxnSpPr>
        <p:spPr>
          <a:xfrm>
            <a:off x="9425635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2" name="Replay.Trace1.7"/>
          <p:cNvCxnSpPr/>
          <p:nvPr/>
        </p:nvCxnSpPr>
        <p:spPr>
          <a:xfrm>
            <a:off x="9425635" y="4703674"/>
            <a:ext cx="13299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3" name="Replay.Trace1.8"/>
          <p:cNvCxnSpPr/>
          <p:nvPr/>
        </p:nvCxnSpPr>
        <p:spPr>
          <a:xfrm>
            <a:off x="9558626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4" name="Replay.Trace1.9"/>
          <p:cNvCxnSpPr/>
          <p:nvPr/>
        </p:nvCxnSpPr>
        <p:spPr>
          <a:xfrm>
            <a:off x="9558626" y="4798771"/>
            <a:ext cx="8866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5" name="Replay.Trace1.10"/>
          <p:cNvCxnSpPr/>
          <p:nvPr/>
        </p:nvCxnSpPr>
        <p:spPr>
          <a:xfrm>
            <a:off x="9647286" y="4798771"/>
            <a:ext cx="7388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6" name="Replay.Trace1.11"/>
          <p:cNvCxnSpPr/>
          <p:nvPr/>
        </p:nvCxnSpPr>
        <p:spPr>
          <a:xfrm>
            <a:off x="9721169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7" name="Replay.Trace1.12"/>
          <p:cNvCxnSpPr/>
          <p:nvPr/>
        </p:nvCxnSpPr>
        <p:spPr>
          <a:xfrm>
            <a:off x="9721169" y="4703674"/>
            <a:ext cx="13299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8" name="Replay.Trace1.13"/>
          <p:cNvCxnSpPr/>
          <p:nvPr/>
        </p:nvCxnSpPr>
        <p:spPr>
          <a:xfrm>
            <a:off x="9854160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79" name="Replay.Trace1.14"/>
          <p:cNvCxnSpPr/>
          <p:nvPr/>
        </p:nvCxnSpPr>
        <p:spPr>
          <a:xfrm>
            <a:off x="9854160" y="4798771"/>
            <a:ext cx="8866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0" name="Replay.Trace1.15"/>
          <p:cNvCxnSpPr/>
          <p:nvPr/>
        </p:nvCxnSpPr>
        <p:spPr>
          <a:xfrm>
            <a:off x="9942820" y="4798771"/>
            <a:ext cx="7388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1" name="Replay.Trace1.16"/>
          <p:cNvCxnSpPr/>
          <p:nvPr/>
        </p:nvCxnSpPr>
        <p:spPr>
          <a:xfrm>
            <a:off x="10016703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2" name="Replay.Trace1.17"/>
          <p:cNvCxnSpPr/>
          <p:nvPr/>
        </p:nvCxnSpPr>
        <p:spPr>
          <a:xfrm>
            <a:off x="10016703" y="4703674"/>
            <a:ext cx="13299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3" name="Replay.Trace1.18"/>
          <p:cNvCxnSpPr/>
          <p:nvPr/>
        </p:nvCxnSpPr>
        <p:spPr>
          <a:xfrm>
            <a:off x="10149694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4" name="Replay.Trace1.19"/>
          <p:cNvCxnSpPr/>
          <p:nvPr/>
        </p:nvCxnSpPr>
        <p:spPr>
          <a:xfrm>
            <a:off x="10149694" y="4798771"/>
            <a:ext cx="8866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5" name="Replay.Trace1.20"/>
          <p:cNvCxnSpPr/>
          <p:nvPr/>
        </p:nvCxnSpPr>
        <p:spPr>
          <a:xfrm>
            <a:off x="10238354" y="4798771"/>
            <a:ext cx="73884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6" name="Replay.Trace1.21"/>
          <p:cNvCxnSpPr/>
          <p:nvPr/>
        </p:nvCxnSpPr>
        <p:spPr>
          <a:xfrm>
            <a:off x="10312237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7" name="Replay.Trace1.22"/>
          <p:cNvCxnSpPr/>
          <p:nvPr/>
        </p:nvCxnSpPr>
        <p:spPr>
          <a:xfrm>
            <a:off x="10312237" y="4703674"/>
            <a:ext cx="13299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8" name="Replay.Trace1.23"/>
          <p:cNvCxnSpPr/>
          <p:nvPr/>
        </p:nvCxnSpPr>
        <p:spPr>
          <a:xfrm>
            <a:off x="10445228" y="4703674"/>
            <a:ext cx="0" cy="95098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89" name="Replay.Trace1.24"/>
          <p:cNvCxnSpPr/>
          <p:nvPr/>
        </p:nvCxnSpPr>
        <p:spPr>
          <a:xfrm>
            <a:off x="10445228" y="4798771"/>
            <a:ext cx="88660" cy="0"/>
          </a:xfrm>
          <a:prstGeom prst="straightConnector1">
            <a:avLst/>
          </a:prstGeom>
          <a:ln w="19050">
            <a:solidFill>
              <a:srgbClr val="008C95"/>
            </a:solidFill>
            <a:prstDash val="solid"/>
            <a:headEnd type="none"/>
            <a:tailEnd type="none"/>
          </a:ln>
        </p:spPr>
      </p:cxnSp>
      <p:cxnSp>
        <p:nvCxnSpPr>
          <p:cNvPr id="100290" name="Replay.Trace2.0"/>
          <p:cNvCxnSpPr/>
          <p:nvPr/>
        </p:nvCxnSpPr>
        <p:spPr>
          <a:xfrm>
            <a:off x="9056218" y="4967021"/>
            <a:ext cx="73884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1" name="Replay.Trace2.1"/>
          <p:cNvCxnSpPr/>
          <p:nvPr/>
        </p:nvCxnSpPr>
        <p:spPr>
          <a:xfrm>
            <a:off x="9130101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2" name="Replay.Trace2.2"/>
          <p:cNvCxnSpPr/>
          <p:nvPr/>
        </p:nvCxnSpPr>
        <p:spPr>
          <a:xfrm>
            <a:off x="9130101" y="4871923"/>
            <a:ext cx="13299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3" name="Replay.Trace2.3"/>
          <p:cNvCxnSpPr/>
          <p:nvPr/>
        </p:nvCxnSpPr>
        <p:spPr>
          <a:xfrm>
            <a:off x="9263091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4" name="Replay.Trace2.4"/>
          <p:cNvCxnSpPr/>
          <p:nvPr/>
        </p:nvCxnSpPr>
        <p:spPr>
          <a:xfrm>
            <a:off x="9263091" y="4967021"/>
            <a:ext cx="8866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5" name="Replay.Trace2.5"/>
          <p:cNvCxnSpPr/>
          <p:nvPr/>
        </p:nvCxnSpPr>
        <p:spPr>
          <a:xfrm>
            <a:off x="9351752" y="4967021"/>
            <a:ext cx="73884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6" name="Replay.Trace2.6"/>
          <p:cNvCxnSpPr/>
          <p:nvPr/>
        </p:nvCxnSpPr>
        <p:spPr>
          <a:xfrm>
            <a:off x="9425635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7" name="Replay.Trace2.7"/>
          <p:cNvCxnSpPr/>
          <p:nvPr/>
        </p:nvCxnSpPr>
        <p:spPr>
          <a:xfrm>
            <a:off x="9425635" y="4871923"/>
            <a:ext cx="13299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8" name="Replay.Trace2.8"/>
          <p:cNvCxnSpPr/>
          <p:nvPr/>
        </p:nvCxnSpPr>
        <p:spPr>
          <a:xfrm>
            <a:off x="9558626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299" name="Replay.Trace2.9"/>
          <p:cNvCxnSpPr/>
          <p:nvPr/>
        </p:nvCxnSpPr>
        <p:spPr>
          <a:xfrm>
            <a:off x="9558626" y="4967021"/>
            <a:ext cx="8866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0" name="Replay.Trace2.10"/>
          <p:cNvCxnSpPr/>
          <p:nvPr/>
        </p:nvCxnSpPr>
        <p:spPr>
          <a:xfrm>
            <a:off x="9647286" y="4967021"/>
            <a:ext cx="73884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1" name="Replay.Trace2.11"/>
          <p:cNvCxnSpPr/>
          <p:nvPr/>
        </p:nvCxnSpPr>
        <p:spPr>
          <a:xfrm>
            <a:off x="9721169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2" name="Replay.Trace2.12"/>
          <p:cNvCxnSpPr/>
          <p:nvPr/>
        </p:nvCxnSpPr>
        <p:spPr>
          <a:xfrm>
            <a:off x="9721169" y="4871923"/>
            <a:ext cx="13299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3" name="Replay.Trace2.13"/>
          <p:cNvCxnSpPr/>
          <p:nvPr/>
        </p:nvCxnSpPr>
        <p:spPr>
          <a:xfrm>
            <a:off x="9854160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4" name="Replay.Trace2.14"/>
          <p:cNvCxnSpPr/>
          <p:nvPr/>
        </p:nvCxnSpPr>
        <p:spPr>
          <a:xfrm>
            <a:off x="9854160" y="4967021"/>
            <a:ext cx="8866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5" name="Replay.Trace2.15"/>
          <p:cNvCxnSpPr/>
          <p:nvPr/>
        </p:nvCxnSpPr>
        <p:spPr>
          <a:xfrm>
            <a:off x="9942820" y="4967021"/>
            <a:ext cx="73884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6" name="Replay.Trace2.16"/>
          <p:cNvCxnSpPr/>
          <p:nvPr/>
        </p:nvCxnSpPr>
        <p:spPr>
          <a:xfrm>
            <a:off x="10016703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7" name="Replay.Trace2.17"/>
          <p:cNvCxnSpPr/>
          <p:nvPr/>
        </p:nvCxnSpPr>
        <p:spPr>
          <a:xfrm>
            <a:off x="10016703" y="4871923"/>
            <a:ext cx="13299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8" name="Replay.Trace2.18"/>
          <p:cNvCxnSpPr/>
          <p:nvPr/>
        </p:nvCxnSpPr>
        <p:spPr>
          <a:xfrm>
            <a:off x="10149694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09" name="Replay.Trace2.19"/>
          <p:cNvCxnSpPr/>
          <p:nvPr/>
        </p:nvCxnSpPr>
        <p:spPr>
          <a:xfrm>
            <a:off x="10149694" y="4967021"/>
            <a:ext cx="8866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10" name="Replay.Trace2.20"/>
          <p:cNvCxnSpPr/>
          <p:nvPr/>
        </p:nvCxnSpPr>
        <p:spPr>
          <a:xfrm>
            <a:off x="10238354" y="4967021"/>
            <a:ext cx="73884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11" name="Replay.Trace2.21"/>
          <p:cNvCxnSpPr/>
          <p:nvPr/>
        </p:nvCxnSpPr>
        <p:spPr>
          <a:xfrm>
            <a:off x="10312237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12" name="Replay.Trace2.22"/>
          <p:cNvCxnSpPr/>
          <p:nvPr/>
        </p:nvCxnSpPr>
        <p:spPr>
          <a:xfrm>
            <a:off x="10312237" y="4871923"/>
            <a:ext cx="13299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13" name="Replay.Trace2.23"/>
          <p:cNvCxnSpPr/>
          <p:nvPr/>
        </p:nvCxnSpPr>
        <p:spPr>
          <a:xfrm>
            <a:off x="10445228" y="4871923"/>
            <a:ext cx="0" cy="95098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cxnSp>
        <p:nvCxnSpPr>
          <p:cNvPr id="100314" name="Replay.Trace2.24"/>
          <p:cNvCxnSpPr/>
          <p:nvPr/>
        </p:nvCxnSpPr>
        <p:spPr>
          <a:xfrm>
            <a:off x="10445228" y="4967021"/>
            <a:ext cx="88660" cy="0"/>
          </a:xfrm>
          <a:prstGeom prst="straightConnector1">
            <a:avLst/>
          </a:prstGeom>
          <a:ln w="19050">
            <a:solidFill>
              <a:srgbClr val="DF973E"/>
            </a:solidFill>
            <a:prstDash val="solid"/>
            <a:headEnd type="none"/>
            <a:tailEnd type="none"/>
          </a:ln>
        </p:spPr>
      </p:cxnSp>
      <p:sp>
        <p:nvSpPr>
          <p:cNvPr id="100315" name="Replay.Stand"/>
          <p:cNvSpPr/>
          <p:nvPr/>
        </p:nvSpPr>
        <p:spPr>
          <a:xfrm>
            <a:off x="9714586" y="5164531"/>
            <a:ext cx="168250" cy="87782"/>
          </a:xfrm>
          <a:prstGeom prst="rect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  <p:sp>
        <p:nvSpPr>
          <p:cNvPr id="100316" name="Replay.Foot"/>
          <p:cNvSpPr/>
          <p:nvPr/>
        </p:nvSpPr>
        <p:spPr>
          <a:xfrm>
            <a:off x="9473184" y="5252314"/>
            <a:ext cx="651053" cy="25603"/>
          </a:xfrm>
          <a:prstGeom prst="rect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1800">
              <a:solidFill>
                <a:srgbClr val="183B56"/>
              </a:solidFill>
              <a:latin typeface="Arial"/>
              <a:ea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OfficeCLI/1.0.156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2026-10-26T03:07:25.0000000Z</dcterms:created>
  <lastModifiedBy>OfficeCLI</lastModifiedBy>
  <dcterms:modified xsi:type="dcterms:W3CDTF">2026-10-26T03:07:25.7498720Z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2026-10-26T03:07:28Z</vt:lpwstr>
  </op:property>
</op:Properties>
</file>