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3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a6146e8487734292" /></Relationships>
</file>

<file path=ppt/presentation.xml><?xml version="1.0" encoding="utf-8"?>
<p:presentation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F4D2B89-8C80-4C06-8164-C4E857C7F4EF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73" autoAdjust="0"/>
    <p:restoredTop sz="83537" autoAdjust="0"/>
  </p:normalViewPr>
  <p:slideViewPr>
    <p:cSldViewPr snapToGrid="0">
      <p:cViewPr varScale="1">
        <p:scale>
          <a:sx n="94" d="100"/>
          <a:sy n="94" d="100"/>
        </p:scale>
        <p:origin x="156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C1EB5-D5BC-DE45-879B-24BB2CFFA33A}" type="datetimeFigureOut">
              <a:rPr kumimoji="1" lang="zh-CN" altLang="en-US" smtClean="0"/>
              <a:t>2026/10/29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77E10-6855-184D-B35B-F428F789FE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6333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77E10-6855-184D-B35B-F428F789FE47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894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77E10-6855-184D-B35B-F428F789FE4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1068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977E10-6855-184D-B35B-F428F789FE4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6904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94E34-A4E1-0A47-81AD-0FFDFACE2D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68639"/>
            <a:ext cx="12192000" cy="1936882"/>
          </a:xfrm>
          <a:noFill/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rgbClr val="183B56"/>
                </a:solidFill>
                <a:latin typeface="Arial" panose="020B0502040504020204" pitchFamily="34" charset="0"/>
                <a:ea typeface="Noto Sans CJK SC" panose="020B0500000000000000" pitchFamily="34" charset="-122"/>
              </a:defRPr>
            </a:lvl1pPr>
          </a:lstStyle>
          <a:p>
            <a:r>
              <a:rPr kumimoji="1" lang="en-US" altLang="zh-CN" dirty="0"/>
              <a:t>Click to edit thesis title style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4E2E1-6F52-4247-B454-11914E0A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7667-948B-4B5D-857A-C1426D142067}" type="datetime1">
              <a:rPr kumimoji="1" lang="en-US" altLang="zh-CN" smtClean="0"/>
              <a:t>10/29/26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1D4FA-A75C-2F44-883E-4AC18502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299D7-B793-0341-BA66-F6DDDC6B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19D4B-9808-1A4C-B845-D9471D0CA79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7348DA-3C8B-894A-88C1-DD8DB3668BBF}"/>
              </a:ext>
            </a:extLst>
          </p:cNvPr>
          <p:cNvCxnSpPr>
            <a:cxnSpLocks/>
          </p:cNvCxnSpPr>
          <p:nvPr userDrawn="1"/>
        </p:nvCxnSpPr>
        <p:spPr>
          <a:xfrm>
            <a:off x="0" y="2152782"/>
            <a:ext cx="12192000" cy="0"/>
          </a:xfrm>
          <a:prstGeom prst="line">
            <a:avLst/>
          </a:prstGeom>
          <a:ln w="19050">
            <a:solidFill>
              <a:srgbClr val="008C9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C4B8A5C-1DD7-2741-8B92-2ABD8EAB5BB5}"/>
              </a:ext>
            </a:extLst>
          </p:cNvPr>
          <p:cNvCxnSpPr>
            <a:cxnSpLocks/>
          </p:cNvCxnSpPr>
          <p:nvPr userDrawn="1"/>
        </p:nvCxnSpPr>
        <p:spPr>
          <a:xfrm>
            <a:off x="0" y="4105521"/>
            <a:ext cx="12192000" cy="0"/>
          </a:xfrm>
          <a:prstGeom prst="line">
            <a:avLst/>
          </a:prstGeom>
          <a:ln w="19050">
            <a:solidFill>
              <a:srgbClr val="008C9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0F6F499-9268-48B1-0E1F-7474E513719E}"/>
              </a:ext>
            </a:extLst>
          </p:cNvPr>
          <p:cNvGrpSpPr/>
          <p:nvPr userDrawn="1"/>
        </p:nvGrpSpPr>
        <p:grpSpPr>
          <a:xfrm>
            <a:off x="2344895" y="163035"/>
            <a:ext cx="7502210" cy="702074"/>
            <a:chOff x="1710556" y="163035"/>
            <a:chExt cx="8770888" cy="820800"/>
          </a:xfrm>
        </p:grpSpPr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89B545BD-DB44-DA80-F161-0D27802BED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10556" y="163035"/>
              <a:ext cx="3065676" cy="8208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64FA03D-454B-9320-C58F-1E11C182C9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61719" y="163860"/>
              <a:ext cx="5419725" cy="819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5452625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06A9A-4523-DB41-B2D8-8F07F511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33" y="136526"/>
            <a:ext cx="11561957" cy="878236"/>
          </a:xfrm>
        </p:spPr>
        <p:txBody>
          <a:bodyPr>
            <a:normAutofit/>
          </a:bodyPr>
          <a:lstStyle>
            <a:lvl1pPr>
              <a:defRPr sz="3200" b="1" baseline="0">
                <a:solidFill>
                  <a:srgbClr val="183B56"/>
                </a:solidFill>
                <a:latin typeface="Arial" panose="020B0502040504020204" pitchFamily="34" charset="0"/>
                <a:ea typeface="Noto Sans CJK SC" panose="020B0500000000000000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300472-B359-3B42-A846-416180D84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033" y="1026272"/>
            <a:ext cx="11561956" cy="5318561"/>
          </a:xfrm>
        </p:spPr>
        <p:txBody>
          <a:bodyPr/>
          <a:lstStyle>
            <a:lvl1pPr indent="-300600">
              <a:lnSpc>
                <a:spcPct val="110000"/>
              </a:lnSpc>
              <a:buClr>
                <a:schemeClr val="accent2"/>
              </a:buClr>
              <a:defRPr sz="2400" baseline="0">
                <a:latin typeface="Arial" panose="020B0502040504020204" pitchFamily="34" charset="0"/>
                <a:ea typeface="Noto Sans CJK SC" panose="020B0500000000000000" pitchFamily="34" charset="-122"/>
              </a:defRPr>
            </a:lvl1pPr>
            <a:lvl2pPr indent="-300600">
              <a:lnSpc>
                <a:spcPct val="110000"/>
              </a:lnSpc>
              <a:buClr>
                <a:schemeClr val="accent6"/>
              </a:buClr>
              <a:defRPr sz="2200" baseline="0">
                <a:latin typeface="Arial" panose="020B0502040504020204" pitchFamily="34" charset="0"/>
                <a:ea typeface="Noto Sans CJK SC" panose="020B0500000000000000" pitchFamily="34" charset="-122"/>
              </a:defRPr>
            </a:lvl2pPr>
            <a:lvl3pPr>
              <a:lnSpc>
                <a:spcPct val="110000"/>
              </a:lnSpc>
              <a:defRPr sz="2000" baseline="0">
                <a:latin typeface="Arial" panose="020B0502040504020204" pitchFamily="34" charset="0"/>
                <a:ea typeface="Noto Sans CJK SC" panose="020B0500000000000000" pitchFamily="34" charset="-122"/>
              </a:defRPr>
            </a:lvl3pPr>
            <a:lvl4pPr>
              <a:lnSpc>
                <a:spcPct val="110000"/>
              </a:lnSpc>
              <a:defRPr baseline="0">
                <a:latin typeface="Arial" panose="020B0502040504020204" pitchFamily="34" charset="0"/>
                <a:ea typeface="Noto Sans CJK SC" panose="020B0500000000000000" pitchFamily="34" charset="-122"/>
              </a:defRPr>
            </a:lvl4pPr>
            <a:lvl5pPr>
              <a:lnSpc>
                <a:spcPct val="110000"/>
              </a:lnSpc>
              <a:defRPr baseline="0">
                <a:latin typeface="Arial" panose="020B0502040504020204" pitchFamily="34" charset="0"/>
                <a:ea typeface="Noto Sans CJK SC" panose="020B0500000000000000" pitchFamily="34" charset="-122"/>
              </a:defRPr>
            </a:lvl5pPr>
          </a:lstStyle>
          <a:p>
            <a:pPr lvl="0"/>
            <a:r>
              <a:rPr kumimoji="1" lang="en-US" altLang="zh-CN" dirty="0"/>
              <a:t>Click to edit Master text styles</a:t>
            </a:r>
          </a:p>
          <a:p>
            <a:pPr lvl="1"/>
            <a:r>
              <a:rPr kumimoji="1" lang="en-US" altLang="zh-CN" dirty="0"/>
              <a:t>Second level</a:t>
            </a:r>
          </a:p>
          <a:p>
            <a:pPr lvl="2"/>
            <a:r>
              <a:rPr kumimoji="1" lang="en-US" altLang="zh-CN" dirty="0"/>
              <a:t>Third level</a:t>
            </a:r>
          </a:p>
          <a:p>
            <a:pPr lvl="3"/>
            <a:r>
              <a:rPr kumimoji="1" lang="en-US" altLang="zh-CN" dirty="0"/>
              <a:t>Fourth level</a:t>
            </a:r>
          </a:p>
          <a:p>
            <a:pPr lvl="4"/>
            <a:r>
              <a:rPr kumimoji="1" lang="en-US" altLang="zh-CN" dirty="0"/>
              <a:t>Fifth level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D07A5A-91FF-494E-8D02-89709B05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4C70F-3263-4CD6-B96C-7BC8652CFC42}" type="datetime1">
              <a:rPr kumimoji="1" lang="en-US" altLang="zh-CN" smtClean="0"/>
              <a:t>10/29/26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C6612-37BE-814F-ACA0-AE4950C23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47714" y="6367861"/>
            <a:ext cx="4114800" cy="365125"/>
          </a:xfr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C18CA8-FF2C-BF49-A4D6-34924DCA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30994" y="6367862"/>
            <a:ext cx="2743200" cy="365125"/>
          </a:xfrm>
        </p:spPr>
        <p:txBody>
          <a:bodyPr/>
          <a:lstStyle/>
          <a:p>
            <a:fld id="{07B19D4B-9808-1A4C-B845-D9471D0CA79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19EE58-A2B4-1D47-95D9-98F374F7B60B}"/>
              </a:ext>
            </a:extLst>
          </p:cNvPr>
          <p:cNvCxnSpPr>
            <a:cxnSpLocks/>
          </p:cNvCxnSpPr>
          <p:nvPr userDrawn="1"/>
        </p:nvCxnSpPr>
        <p:spPr>
          <a:xfrm>
            <a:off x="236032" y="1014761"/>
            <a:ext cx="11561958" cy="0"/>
          </a:xfrm>
          <a:prstGeom prst="line">
            <a:avLst/>
          </a:prstGeom>
          <a:ln w="19050">
            <a:solidFill>
              <a:srgbClr val="008C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0D88BD-6E18-6246-8AF7-B21FB95FBB25}"/>
              </a:ext>
            </a:extLst>
          </p:cNvPr>
          <p:cNvCxnSpPr>
            <a:cxnSpLocks/>
          </p:cNvCxnSpPr>
          <p:nvPr userDrawn="1"/>
        </p:nvCxnSpPr>
        <p:spPr>
          <a:xfrm>
            <a:off x="236032" y="6356349"/>
            <a:ext cx="11561957" cy="0"/>
          </a:xfrm>
          <a:prstGeom prst="line">
            <a:avLst/>
          </a:prstGeom>
          <a:ln w="19050">
            <a:solidFill>
              <a:srgbClr val="008C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72963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结束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394E34-A4E1-0A47-81AD-0FFDFACE2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05243"/>
            <a:ext cx="12192000" cy="1936882"/>
          </a:xfrm>
          <a:noFill/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rgbClr val="183B56"/>
                </a:solidFill>
                <a:latin typeface="Arial" panose="020B0502040504020204" pitchFamily="34" charset="0"/>
                <a:ea typeface="Noto Sans CJK SC" panose="020B0500000000000000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04E2E1-6F52-4247-B454-11914E0AE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7667-948B-4B5D-857A-C1426D142067}" type="datetime1">
              <a:rPr kumimoji="1" lang="en-US" altLang="zh-CN" smtClean="0"/>
              <a:t>10/29/26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01D4FA-A75C-2F44-883E-4AC18502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F299D7-B793-0341-BA66-F6DDDC6B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19D4B-9808-1A4C-B845-D9471D0CA790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0F6F499-9268-48B1-0E1F-7474E513719E}"/>
              </a:ext>
            </a:extLst>
          </p:cNvPr>
          <p:cNvGrpSpPr/>
          <p:nvPr userDrawn="1"/>
        </p:nvGrpSpPr>
        <p:grpSpPr>
          <a:xfrm>
            <a:off x="2344895" y="163035"/>
            <a:ext cx="7502210" cy="702074"/>
            <a:chOff x="1710556" y="163035"/>
            <a:chExt cx="8770888" cy="820800"/>
          </a:xfrm>
        </p:grpSpPr>
        <p:pic>
          <p:nvPicPr>
            <p:cNvPr id="17" name="图形 16">
              <a:extLst>
                <a:ext uri="{FF2B5EF4-FFF2-40B4-BE49-F238E27FC236}">
                  <a16:creationId xmlns:a16="http://schemas.microsoft.com/office/drawing/2014/main" id="{89B545BD-DB44-DA80-F161-0D27802BED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710556" y="163035"/>
              <a:ext cx="3065676" cy="820800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64FA03D-454B-9320-C58F-1E11C182C9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5061719" y="163860"/>
              <a:ext cx="5419725" cy="8191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181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B0DFF1-1291-DE47-8F2C-1E391F2D6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33" y="136525"/>
            <a:ext cx="11117765" cy="1034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EAAFEB-AE17-2F4B-AE1E-FEE09F451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033" y="1362731"/>
            <a:ext cx="111177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9475FE-666F-8749-974E-F6CE0EDFA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6034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-128"/>
                <a:ea typeface="黑体" panose="02010609060101010101" pitchFamily="49" charset="-122"/>
              </a:defRPr>
            </a:lvl1pPr>
          </a:lstStyle>
          <a:p>
            <a:fld id="{AAF4E1C2-A3E4-429C-9E3F-465F66A51149}" type="datetime1">
              <a:rPr kumimoji="1" lang="en-US" altLang="zh-CN" smtClean="0"/>
              <a:t>10/29/26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43BA4-0202-9344-9BD6-F0D711782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37516" y="635634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-128"/>
                <a:ea typeface="黑体" panose="02010609060101010101" pitchFamily="49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E7285-2177-D44F-9A26-A9580302A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19D4B-9808-1A4C-B845-D9471D0CA79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100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Ø"/>
        <a:defRPr sz="24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-128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E89A815-281D-7EB0-BE02-A896DFB0F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200" dirty="0">
                <a:cs typeface="+mn-cs"/>
              </a:rPr>
              <a:t>Research and Implementation of Key Technology in </a:t>
            </a:r>
            <a:br>
              <a:rPr kumimoji="1" lang="en-US" altLang="zh-CN" sz="3200" dirty="0">
                <a:cs typeface="+mn-cs"/>
              </a:rPr>
            </a:br>
            <a:r>
              <a:rPr kumimoji="1" lang="en-US" altLang="zh-CN" sz="3200" dirty="0">
                <a:cs typeface="+mn-cs"/>
              </a:rPr>
              <a:t>Multi-FPGA Hardware Emulation</a:t>
            </a:r>
            <a:br>
              <a:rPr kumimoji="1" lang="en-US" altLang="zh-CN" sz="3200" dirty="0">
                <a:cs typeface="+mn-cs"/>
              </a:rPr>
            </a:br>
            <a:r>
              <a:rPr kumimoji="1" lang="zh-CN" altLang="en-US" sz="3200" dirty="0">
                <a:cs typeface="+mn-cs"/>
              </a:rPr>
              <a:t>多</a:t>
            </a:r>
            <a:r>
              <a:rPr kumimoji="1" lang="en-US" altLang="zh-CN" sz="3200" dirty="0">
                <a:cs typeface="+mn-cs"/>
              </a:rPr>
              <a:t>FPGA</a:t>
            </a:r>
            <a:r>
              <a:rPr kumimoji="1" lang="zh-CN" altLang="en-US" sz="3200" dirty="0">
                <a:cs typeface="+mn-cs"/>
              </a:rPr>
              <a:t>硬件仿真关键技术研究与实现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E7984E-F309-04BD-1011-33A86C05AAB8}"/>
              </a:ext>
            </a:extLst>
          </p:cNvPr>
          <p:cNvSpPr txBox="1"/>
          <p:nvPr/>
        </p:nvSpPr>
        <p:spPr>
          <a:xfrm>
            <a:off x="5434598" y="630400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607184"/>
                </a:solidFill>
                <a:latin typeface="Arial" panose="020B0502040504020204" pitchFamily="34" charset="0"/>
                <a:ea typeface="Noto Sans CJK SC" panose="020B0500000000000000" pitchFamily="34" charset="-122"/>
              </a:rPr>
              <a:t>2026.10.30</a:t>
            </a:r>
            <a:endParaRPr lang="zh-CN" altLang="en-US" dirty="0">
              <a:latin typeface="Arial" panose="020B0502040504020204" pitchFamily="34" charset="0"/>
              <a:ea typeface="Noto Sans CJK SC" panose="020B0500000000000000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EE4F672-4FB0-DA03-8B3A-C56252FA1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780886"/>
              </p:ext>
            </p:extLst>
          </p:nvPr>
        </p:nvGraphicFramePr>
        <p:xfrm>
          <a:off x="1581354" y="4518961"/>
          <a:ext cx="9029286" cy="1371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009762">
                  <a:extLst>
                    <a:ext uri="{9D8B030D-6E8A-4147-A177-3AD203B41FA5}">
                      <a16:colId xmlns:a16="http://schemas.microsoft.com/office/drawing/2014/main" val="3776854773"/>
                    </a:ext>
                  </a:extLst>
                </a:gridCol>
                <a:gridCol w="3009762">
                  <a:extLst>
                    <a:ext uri="{9D8B030D-6E8A-4147-A177-3AD203B41FA5}">
                      <a16:colId xmlns:a16="http://schemas.microsoft.com/office/drawing/2014/main" val="2475322704"/>
                    </a:ext>
                  </a:extLst>
                </a:gridCol>
                <a:gridCol w="3009762">
                  <a:extLst>
                    <a:ext uri="{9D8B030D-6E8A-4147-A177-3AD203B41FA5}">
                      <a16:colId xmlns:a16="http://schemas.microsoft.com/office/drawing/2014/main" val="1751818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Student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effectLst/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Hu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Guanghui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baseline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2024234318</a:t>
                      </a:r>
                      <a:endParaRPr lang="zh-CN" altLang="en-US" sz="2400" b="0" baseline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0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Academic mentor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Ha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Yajun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Professor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97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Enterprise mentor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Zhang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Ke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Professor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195710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15FC0B23-12B0-DCD3-871F-A0FAF13175EA}"/>
              </a:ext>
            </a:extLst>
          </p:cNvPr>
          <p:cNvSpPr txBox="1"/>
          <p:nvPr/>
        </p:nvSpPr>
        <p:spPr>
          <a:xfrm>
            <a:off x="3040377" y="1577729"/>
            <a:ext cx="61112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183B56"/>
                </a:solidFill>
                <a:latin typeface="Arial" panose="020B0502040504020204" pitchFamily="34" charset="0"/>
                <a:ea typeface="Noto Sans CJK SC" panose="020B0500000000000000" pitchFamily="34" charset="-122"/>
              </a:rPr>
              <a:t>硕士研究生中期答辩</a:t>
            </a:r>
          </a:p>
        </p:txBody>
      </p:sp>
    </p:spTree>
    <p:extLst>
      <p:ext uri="{BB962C8B-B14F-4D97-AF65-F5344CB8AC3E}">
        <p14:creationId xmlns:p14="http://schemas.microsoft.com/office/powerpoint/2010/main" val="1244152942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844A4-0D82-CD04-641D-DFD1A390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6A201-9EC6-BF80-2BFE-14E950ECD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Related Work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Research Goal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Key Problem and</a:t>
            </a:r>
            <a:r>
              <a:rPr lang="zh-CN" altLang="en-US" sz="2800" dirty="0">
                <a:latin typeface="Arial"/>
                <a:ea typeface="Microsoft YaHei" panose="020B0503020204020204" pitchFamily="34" charset="-122"/>
              </a:rPr>
              <a:t xml:space="preserve"> </a:t>
            </a: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Technology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Experiment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Project</a:t>
            </a:r>
            <a:r>
              <a:rPr lang="zh-CN" altLang="en-US" sz="2800" dirty="0">
                <a:latin typeface="Arial"/>
                <a:ea typeface="Microsoft YaHei" panose="020B0503020204020204" pitchFamily="34" charset="-122"/>
              </a:rPr>
              <a:t xml:space="preserve"> </a:t>
            </a:r>
            <a:r>
              <a:rPr lang="en-US" altLang="zh-CN" sz="2800" dirty="0">
                <a:latin typeface="Arial"/>
                <a:ea typeface="Microsoft YaHei" panose="020B0503020204020204" pitchFamily="34" charset="-122"/>
              </a:rPr>
              <a:t>Timeline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E3D067-DEEF-1E40-3271-40001051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B19D4B-9808-1A4C-B845-D9471D0CA790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2296001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26171-EEA5-0EAA-8509-169BE92BA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69066"/>
            <a:ext cx="12192000" cy="1936882"/>
          </a:xfrm>
        </p:spPr>
        <p:txBody>
          <a:bodyPr>
            <a:noAutofit/>
          </a:bodyPr>
          <a:lstStyle/>
          <a:p>
            <a:r>
              <a:rPr lang="en-US" altLang="zh-CN" sz="6000" dirty="0">
                <a:latin typeface="Arial"/>
              </a:rPr>
              <a:t>Thank you</a:t>
            </a:r>
            <a:endParaRPr lang="zh-CN" altLang="en-US" sz="6000" dirty="0">
              <a:latin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BF25D5-769F-1398-0AE8-3A1E9E021114}"/>
              </a:ext>
            </a:extLst>
          </p:cNvPr>
          <p:cNvSpPr txBox="1"/>
          <p:nvPr/>
        </p:nvSpPr>
        <p:spPr>
          <a:xfrm>
            <a:off x="5434598" y="6304001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607184"/>
                </a:solidFill>
                <a:latin typeface="Arial" panose="020B0502040504020204" pitchFamily="34" charset="0"/>
                <a:ea typeface="Noto Sans CJK SC" panose="020B0500000000000000" pitchFamily="34" charset="-122"/>
              </a:rPr>
              <a:t>2026.10.30</a:t>
            </a:r>
            <a:endParaRPr lang="zh-CN" altLang="en-US" dirty="0">
              <a:latin typeface="Arial" panose="020B0502040504020204" pitchFamily="34" charset="0"/>
              <a:ea typeface="Noto Sans CJK SC" panose="020B0500000000000000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8249B18-D827-1034-C634-130B3003F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02887"/>
              </p:ext>
            </p:extLst>
          </p:nvPr>
        </p:nvGraphicFramePr>
        <p:xfrm>
          <a:off x="2031998" y="4629596"/>
          <a:ext cx="8127999" cy="1371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768547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753227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51818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Student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effectLst/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Hu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Guanghui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baseline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2024234318</a:t>
                      </a:r>
                      <a:endParaRPr lang="zh-CN" altLang="en-US" sz="2400" b="0" baseline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03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Academic mentor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Ha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Yajun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Professor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8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Enterprise mentor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：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Zhang</a:t>
                      </a:r>
                      <a:r>
                        <a:rPr lang="zh-CN" altLang="en-US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 xml:space="preserve"> 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Ke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Noto Sans CJK SC" panose="020B0500000000000000" pitchFamily="34" charset="-122"/>
                        </a:rPr>
                        <a:t>Professor</a:t>
                      </a:r>
                      <a:endParaRPr lang="zh-CN" altLang="en-US" sz="2400" b="0" dirty="0">
                        <a:latin typeface="Arial"/>
                        <a:ea typeface="Noto Sans CJK SC" panose="020B0500000000000000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97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123573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rgbClr val="20354A"/>
      </a:dk1>
      <a:lt1>
        <a:srgbClr val="FFFFFF"/>
      </a:lt1>
      <a:dk2>
        <a:srgbClr val="183B56"/>
      </a:dk2>
      <a:lt2>
        <a:srgbClr val="F1F5F8"/>
      </a:lt2>
      <a:accent1>
        <a:srgbClr val="183B56"/>
      </a:accent1>
      <a:accent2>
        <a:srgbClr val="008C95"/>
      </a:accent2>
      <a:accent3>
        <a:srgbClr val="DF973E"/>
      </a:accent3>
      <a:accent4>
        <a:srgbClr val="EAF4F3"/>
      </a:accent4>
      <a:accent5>
        <a:srgbClr val="607184"/>
      </a:accent5>
      <a:accent6>
        <a:srgbClr val="F1F5F8"/>
      </a:accent6>
      <a:hlink>
        <a:srgbClr val="008C95"/>
      </a:hlink>
      <a:folHlink>
        <a:srgbClr val="183B56"/>
      </a:folHlink>
    </a:clrScheme>
    <a:fontScheme name="Times New Roman-Arial">
      <a:majorFont>
        <a:latin typeface="Arial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9AD3241-154C-2740-9C14-854ABD765FCE}" vid="{BE3E2D31-4906-1341-844B-962DFDAE7921}"/>
    </a:ext>
  </a:extLst>
</a:theme>
</file>

<file path=ppt/theme/theme2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8635</TotalTime>
  <Words>81</Words>
  <Application>Microsoft Macintosh PowerPoint</Application>
  <PresentationFormat>Widescreen</PresentationFormat>
  <Paragraphs>34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 Unicode MS</vt:lpstr>
      <vt:lpstr>等线</vt:lpstr>
      <vt:lpstr>Arial</vt:lpstr>
      <vt:lpstr>Noto Sans</vt:lpstr>
      <vt:lpstr>Wingdings</vt:lpstr>
      <vt:lpstr>Office 主题​​</vt:lpstr>
      <vt:lpstr>Research and Implementation of Key Technology in  Multi-FPGA Hardware Emulation 多FPGA硬件仿真关键技术研究与实现</vt:lpstr>
      <vt:lpstr>Contents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Chiplet Cache 相关工作总结</dc:title>
  <dc:creator>Congwu ZHANG</dc:creator>
  <lastModifiedBy>Guanghui Hu</lastModifiedBy>
  <revision>4814</revision>
  <dcterms:created xsi:type="dcterms:W3CDTF">2023-10-10T01:25:38.0000000Z</dcterms:created>
  <dcterms:modified xsi:type="dcterms:W3CDTF">2026-10-28T16:43:13.9029350Z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2026-10-29T08:01:31Z</vt:lpwstr>
  </op:property>
</op:Properties>
</file>