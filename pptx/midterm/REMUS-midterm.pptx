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3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1" /><Relationship Type="http://schemas.openxmlformats.org/officeDocument/2006/relationships/custom-properties" Target="/docProps/custom.xml" Id="Ra6146e8487734292" /></Relationships>
</file>

<file path=ppt/presentation.xml><?xml version="1.0" encoding="utf-8"?>
<p:presentation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F4D2B89-8C80-4C06-8164-C4E857C7F4EF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73" autoAdjust="0"/>
    <p:restoredTop sz="83537" autoAdjust="0"/>
  </p:normalViewPr>
  <p:slideViewPr>
    <p:cSldViewPr snapToGrid="0">
      <p:cViewPr varScale="1">
        <p:scale>
          <a:sx n="94" d="100"/>
          <a:sy n="94" d="100"/>
        </p:scale>
        <p:origin x="1560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C1EB5-D5BC-DE45-879B-24BB2CFFA33A}" type="datetimeFigureOut">
              <a:rPr kumimoji="1" lang="zh-CN" altLang="en-US" smtClean="0"/>
              <a:t>2026/10/29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977E10-6855-184D-B35B-F428F789FE4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633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8949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81068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6904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2168639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thesis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07348DA-3C8B-894A-88C1-DD8DB3668BBF}"/>
              </a:ext>
            </a:extLst>
          </p:cNvPr>
          <p:cNvCxnSpPr>
            <a:cxnSpLocks/>
          </p:cNvCxnSpPr>
          <p:nvPr userDrawn="1"/>
        </p:nvCxnSpPr>
        <p:spPr>
          <a:xfrm>
            <a:off x="0" y="2152782"/>
            <a:ext cx="12192000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C4B8A5C-1DD7-2741-8B92-2ABD8EAB5BB5}"/>
              </a:ext>
            </a:extLst>
          </p:cNvPr>
          <p:cNvCxnSpPr>
            <a:cxnSpLocks/>
          </p:cNvCxnSpPr>
          <p:nvPr userDrawn="1"/>
        </p:nvCxnSpPr>
        <p:spPr>
          <a:xfrm>
            <a:off x="0" y="4105521"/>
            <a:ext cx="12192000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5452625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06A9A-4523-DB41-B2D8-8F07F511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6"/>
            <a:ext cx="11561957" cy="878236"/>
          </a:xfrm>
        </p:spPr>
        <p:txBody>
          <a:bodyPr>
            <a:normAutofit/>
          </a:bodyPr>
          <a:lstStyle>
            <a:lvl1pPr>
              <a:defRPr sz="32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300472-B359-3B42-A846-416180D84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033" y="1026272"/>
            <a:ext cx="11561956" cy="5318561"/>
          </a:xfrm>
        </p:spPr>
        <p:txBody>
          <a:bodyPr/>
          <a:lstStyle>
            <a:lvl1pPr indent="-300600">
              <a:lnSpc>
                <a:spcPct val="110000"/>
              </a:lnSpc>
              <a:buClr>
                <a:schemeClr val="accent2"/>
              </a:buClr>
              <a:defRPr sz="24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  <a:lvl2pPr indent="-300600">
              <a:lnSpc>
                <a:spcPct val="110000"/>
              </a:lnSpc>
              <a:buClr>
                <a:schemeClr val="accent6"/>
              </a:buClr>
              <a:defRPr sz="22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2pPr>
            <a:lvl3pPr>
              <a:lnSpc>
                <a:spcPct val="110000"/>
              </a:lnSpc>
              <a:defRPr sz="20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3pPr>
            <a:lvl4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4pPr>
            <a:lvl5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5pPr>
          </a:lstStyle>
          <a:p>
            <a:pPr lvl="0"/>
            <a:r>
              <a:rPr kumimoji="1" lang="en-US" altLang="zh-CN" dirty="0"/>
              <a:t>Click to edit Master text styles</a:t>
            </a:r>
          </a:p>
          <a:p>
            <a:pPr lvl="1"/>
            <a:r>
              <a:rPr kumimoji="1" lang="en-US" altLang="zh-CN" dirty="0"/>
              <a:t>Second level</a:t>
            </a:r>
          </a:p>
          <a:p>
            <a:pPr lvl="2"/>
            <a:r>
              <a:rPr kumimoji="1" lang="en-US" altLang="zh-CN" dirty="0"/>
              <a:t>Third level</a:t>
            </a:r>
          </a:p>
          <a:p>
            <a:pPr lvl="3"/>
            <a:r>
              <a:rPr kumimoji="1" lang="en-US" altLang="zh-CN" dirty="0"/>
              <a:t>Fourth level</a:t>
            </a:r>
          </a:p>
          <a:p>
            <a:pPr lvl="4"/>
            <a:r>
              <a:rPr kumimoji="1" lang="en-US" altLang="zh-CN" dirty="0"/>
              <a:t>Fifth level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D07A5A-91FF-494E-8D02-89709B05C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4C70F-3263-4CD6-B96C-7BC8652CFC42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CC6612-37BE-814F-ACA0-AE4950C23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7714" y="6367861"/>
            <a:ext cx="4114800" cy="365125"/>
          </a:xfr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C18CA8-FF2C-BF49-A4D6-34924DCA1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30994" y="6367862"/>
            <a:ext cx="2743200" cy="365125"/>
          </a:xfrm>
        </p:spPr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19EE58-A2B4-1D47-95D9-98F374F7B60B}"/>
              </a:ext>
            </a:extLst>
          </p:cNvPr>
          <p:cNvCxnSpPr>
            <a:cxnSpLocks/>
          </p:cNvCxnSpPr>
          <p:nvPr userDrawn="1"/>
        </p:nvCxnSpPr>
        <p:spPr>
          <a:xfrm>
            <a:off x="236032" y="1014761"/>
            <a:ext cx="11561958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0D88BD-6E18-6246-8AF7-B21FB95FBB25}"/>
              </a:ext>
            </a:extLst>
          </p:cNvPr>
          <p:cNvCxnSpPr>
            <a:cxnSpLocks/>
          </p:cNvCxnSpPr>
          <p:nvPr userDrawn="1"/>
        </p:nvCxnSpPr>
        <p:spPr>
          <a:xfrm>
            <a:off x="236032" y="6356349"/>
            <a:ext cx="11561957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729639"/>
      </p:ext>
    </p:extLst>
  </p:cSld>
  <p:clrMapOvr>
    <a:masterClrMapping/>
  </p:clrMapOvr>
</p:sldLayout>
</file>

<file path=ppt/slideLayouts/slideLayout3.xml><?xml version="1.0" encoding="utf-8"?>
<p:sldLayout xmlns:a16="http://schemas.microsoft.com/office/drawing/2014/main" xmlns:asvg="http://schemas.microsoft.com/office/drawing/2016/SVG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结束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05243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18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B0DFF1-1291-DE47-8F2C-1E391F2D6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5"/>
            <a:ext cx="11117765" cy="10343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EAAFEB-AE17-2F4B-AE1E-FEE09F45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033" y="1362731"/>
            <a:ext cx="111177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9475FE-666F-8749-974E-F6CE0EDFA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6034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fld id="{AAF4E1C2-A3E4-429C-9E3F-465F66A51149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E43BA4-0202-9344-9BD6-F0D711782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37516" y="63563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7E7285-2177-D44F-9A26-A9580302A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1001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Char char="§"/>
        <a:defRPr sz="2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Ø"/>
        <a:defRPr sz="24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E89A815-281D-7EB0-BE02-A896DFB0F9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200" dirty="0">
                <a:cs typeface="+mn-cs"/>
              </a:rPr>
              <a:t>Research and Implementation of Key Technology in </a:t>
            </a:r>
            <a:br>
              <a:rPr kumimoji="1" lang="en-US" altLang="zh-CN" sz="3200" dirty="0">
                <a:cs typeface="+mn-cs"/>
              </a:rPr>
            </a:br>
            <a:r>
              <a:rPr kumimoji="1" lang="en-US" altLang="zh-CN" sz="3200" dirty="0">
                <a:cs typeface="+mn-cs"/>
              </a:rPr>
              <a:t>Multi-FPGA Hardware Emulation</a:t>
            </a:r>
            <a:br>
              <a:rPr kumimoji="1" lang="en-US" altLang="zh-CN" sz="3200" dirty="0">
                <a:cs typeface="+mn-cs"/>
              </a:rPr>
            </a:br>
            <a:r>
              <a:rPr kumimoji="1" lang="zh-CN" altLang="en-US" sz="3200" dirty="0">
                <a:cs typeface="+mn-cs"/>
              </a:rPr>
              <a:t>多</a:t>
            </a:r>
            <a:r>
              <a:rPr kumimoji="1" lang="en-US" altLang="zh-CN" sz="3200" dirty="0">
                <a:cs typeface="+mn-cs"/>
              </a:rPr>
              <a:t>FPGA</a:t>
            </a:r>
            <a:r>
              <a:rPr kumimoji="1" lang="zh-CN" altLang="en-US" sz="3200" dirty="0">
                <a:cs typeface="+mn-cs"/>
              </a:rPr>
              <a:t>硬件仿真关键技术研究与实现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E7984E-F309-04BD-1011-33A86C05AAB8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607184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EE4F672-4FB0-DA03-8B3A-C56252FA11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780886"/>
              </p:ext>
            </p:extLst>
          </p:nvPr>
        </p:nvGraphicFramePr>
        <p:xfrm>
          <a:off x="1581354" y="4518961"/>
          <a:ext cx="9029286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3009762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195710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15FC0B23-12B0-DCD3-871F-A0FAF13175EA}"/>
              </a:ext>
            </a:extLst>
          </p:cNvPr>
          <p:cNvSpPr txBox="1"/>
          <p:nvPr/>
        </p:nvSpPr>
        <p:spPr>
          <a:xfrm>
            <a:off x="3040377" y="1577729"/>
            <a:ext cx="611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硕士研究生开题答辩</a:t>
            </a:r>
          </a:p>
        </p:txBody>
      </p:sp>
    </p:spTree>
    <p:extLst>
      <p:ext uri="{BB962C8B-B14F-4D97-AF65-F5344CB8AC3E}">
        <p14:creationId xmlns:p14="http://schemas.microsoft.com/office/powerpoint/2010/main" val="1244152942"/>
      </p:ext>
    </p:extLst>
  </p:cSld>
  <p:clrMapOvr>
    <a:masterClrMapping/>
  </p:clrMapOvr>
</p:sld>
</file>

<file path=ppt/slides/slide2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7844A4-0D82-CD04-641D-DFD1A3902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6A201-9EC6-BF80-2BFE-14E950ECD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Introduction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Related Work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Research Goal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Key Problem and</a:t>
            </a:r>
            <a:r>
              <a:rPr lang="zh-CN" altLang="en-US" sz="2800" dirty="0">
                <a:latin typeface="Arial"/>
                <a:ea typeface="Microsoft YaHei" panose="020B0503020204020204" pitchFamily="34" charset="-122"/>
              </a:rPr>
              <a:t xml:space="preserve"> </a:t>
            </a: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Technology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Experiment</a:t>
            </a:r>
          </a:p>
          <a:p>
            <a:pPr>
              <a:lnSpc>
                <a:spcPct val="150000"/>
              </a:lnSpc>
            </a:pP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Project</a:t>
            </a:r>
            <a:r>
              <a:rPr lang="zh-CN" altLang="en-US" sz="2800" dirty="0">
                <a:latin typeface="Arial"/>
                <a:ea typeface="Microsoft YaHei" panose="020B0503020204020204" pitchFamily="34" charset="-122"/>
              </a:rPr>
              <a:t xml:space="preserve"> </a:t>
            </a:r>
            <a:r>
              <a:rPr lang="en-US" altLang="zh-CN" sz="2800" dirty="0">
                <a:latin typeface="Arial"/>
                <a:ea typeface="Microsoft YaHei" panose="020B0503020204020204" pitchFamily="34" charset="-122"/>
              </a:rPr>
              <a:t>Timeline</a:t>
            </a: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E3D067-DEEF-1E40-3271-40001051E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2296001"/>
      </p:ext>
    </p:extLst>
  </p:cSld>
  <p:clrMapOvr>
    <a:masterClrMapping/>
  </p:clrMapOvr>
</p:sld>
</file>

<file path=ppt/slides/slide3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D26171-EEA5-0EAA-8509-169BE92BA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869066"/>
            <a:ext cx="12192000" cy="1936882"/>
          </a:xfrm>
        </p:spPr>
        <p:txBody>
          <a:bodyPr>
            <a:noAutofit/>
          </a:bodyPr>
          <a:lstStyle/>
          <a:p>
            <a:r>
              <a:rPr lang="en-US" altLang="zh-CN" sz="6000" dirty="0">
                <a:latin typeface="Arial"/>
              </a:rPr>
              <a:t>Thank you</a:t>
            </a:r>
            <a:endParaRPr lang="zh-CN" altLang="en-US" sz="6000" dirty="0">
              <a:latin typeface="Arial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EBF25D5-769F-1398-0AE8-3A1E9E021114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607184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8249B18-D827-1034-C634-130B3003F5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502887"/>
              </p:ext>
            </p:extLst>
          </p:nvPr>
        </p:nvGraphicFramePr>
        <p:xfrm>
          <a:off x="2031998" y="4629596"/>
          <a:ext cx="8127999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89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 xml:space="preserve"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123573"/>
      </p:ext>
    </p:extLst>
  </p:cSld>
  <p:clrMapOvr>
    <a:masterClrMapping/>
  </p:clrMapOvr>
</p:sld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rgbClr val="20354A"/>
      </a:dk1>
      <a:lt1>
        <a:srgbClr val="FFFFFF"/>
      </a:lt1>
      <a:dk2>
        <a:srgbClr val="183B56"/>
      </a:dk2>
      <a:lt2>
        <a:srgbClr val="F1F5F8"/>
      </a:lt2>
      <a:accent1>
        <a:srgbClr val="183B56"/>
      </a:accent1>
      <a:accent2>
        <a:srgbClr val="008C95"/>
      </a:accent2>
      <a:accent3>
        <a:srgbClr val="DF973E"/>
      </a:accent3>
      <a:accent4>
        <a:srgbClr val="EAF4F3"/>
      </a:accent4>
      <a:accent5>
        <a:srgbClr val="607184"/>
      </a:accent5>
      <a:accent6>
        <a:srgbClr val="F1F5F8"/>
      </a:accent6>
      <a:hlink>
        <a:srgbClr val="008C95"/>
      </a:hlink>
      <a:folHlink>
        <a:srgbClr val="183B56"/>
      </a:folHlink>
    </a:clrScheme>
    <a:fontScheme name="Times New Roman-Arial">
      <a:majorFont>
        <a:latin typeface="Arial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9AD3241-154C-2740-9C14-854ABD765FCE}" vid="{BE3E2D31-4906-1341-844B-962DFDAE7921}"/>
    </a:ext>
  </a:extLst>
</a:theme>
</file>

<file path=ppt/theme/theme2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8635</TotalTime>
  <Words>81</Words>
  <Application>Microsoft Macintosh PowerPoint</Application>
  <PresentationFormat>Widescreen</PresentationFormat>
  <Paragraphs>34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 Unicode MS</vt:lpstr>
      <vt:lpstr>等线</vt:lpstr>
      <vt:lpstr>Arial</vt:lpstr>
      <vt:lpstr>Noto Sans</vt:lpstr>
      <vt:lpstr>Wingdings</vt:lpstr>
      <vt:lpstr>Office 主题​​</vt:lpstr>
      <vt:lpstr>Research and Implementation of Key Technology in  Multi-FPGA Hardware Emulation 多FPGA硬件仿真关键技术研究与实现</vt:lpstr>
      <vt:lpstr>Contents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Chiplet Cache 相关工作总结</dc:title>
  <dc:creator>Congwu ZHANG</dc:creator>
  <lastModifiedBy>Guanghui Hu</lastModifiedBy>
  <revision>4814</revision>
  <dcterms:created xsi:type="dcterms:W3CDTF">2023-10-10T01:25:38.0000000Z</dcterms:created>
  <dcterms:modified xsi:type="dcterms:W3CDTF">2026-10-28T16:43:13.9029350Z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2026-10-28T16:43:15Z</vt:lpwstr>
  </op:property>
</op:Properties>
</file>