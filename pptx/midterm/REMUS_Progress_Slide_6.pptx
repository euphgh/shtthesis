
<file path=[Content_Types].xml><?xml version="1.0" encoding="utf-8"?>
<Types xmlns="http://schemas.openxmlformats.org/package/2006/content-types">
  <Default Extension="xml" ContentType="application/vnd.openxmlformats-officedocument.presentationml.presentation.main+xml"/>
  <Default Extension="rels" ContentType="application/vnd.openxmlformats-package.relationships+xml"/>
  <Default Extension="png" ContentType="image/png"/>
  <Override PartName="/ppt/slideMasters/slideMaster1.xml" ContentType="application/vnd.openxmlformats-officedocument.presentationml.slideMaster+xml"/>
  <Override PartName="/ppt/slideLayouts/slideLayout1.xml" ContentType="application/vnd.openxmlformats-officedocument.presentationml.slideLayout+xml"/>
  <Override PartName="/ppt/theme/theme1.xml" ContentType="application/vnd.openxmlformats-officedocument.theme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docProps/core.xml" ContentType="application/vnd.openxmlformats-package.core-properties+xml"/>
  <Override PartName="/docProps/app.xml" ContentType="application/vnd.openxmlformats-officedocument.extended-properties+xml"/>
  <Override PartName="/docProps/custom.xml" ContentType="application/vnd.openxmlformats-officedocument.custom-properties+xml"/>
  <Override PartName="/ppt/slides/slide1.xml" ContentType="application/vnd.openxmlformats-officedocument.presentationml.slide+xml"/>
  <Override PartName="/ppt/notesSlides/notesSlide1.xml" ContentType="application/vnd.openxmlformats-officedocument.presentationml.notesSlide+xml"/>
  <Override PartName="/ppt/notesMasters/notesMaster1.xml" ContentType="application/vnd.openxmlformats-officedocument.presentationml.notesMaster+xml"/>
  <Override PartName="/ppt/notesMasters/theme/theme2.xml" ContentType="application/vnd.openxmlformats-officedocument.theme+xml"/>
</Types>
</file>

<file path=_rels/.rels>&#65279;<?xml version="1.0" encoding="utf-8"?><Relationships xmlns="http://schemas.openxmlformats.org/package/2006/relationships"><Relationship Type="http://schemas.openxmlformats.org/officeDocument/2006/relationships/officeDocument" Target="/ppt/presentation.xml" Id="R37b1ad4bfe644a24" /><Relationship Type="http://schemas.openxmlformats.org/package/2006/relationships/metadata/core-properties" Target="/docProps/core.xml" Id="Rc914df19ef9b42ba" /><Relationship Type="http://schemas.openxmlformats.org/officeDocument/2006/relationships/extended-properties" Target="/docProps/app.xml" Id="R7e25301a2fe346c9" /><Relationship Type="http://schemas.openxmlformats.org/officeDocument/2006/relationships/custom-properties" Target="/docProps/custom.xml" Id="R6954a1ac2ebb433d" /></Relationships>
</file>

<file path=ppt/presentation.xml><?xml version="1.0" encoding="utf-8"?>
<p:presentation xmlns:r="http://schemas.openxmlformats.org/officeDocument/2006/relationships" xmlns:p="http://schemas.openxmlformats.org/presentationml/2006/main">
  <p:sldMasterIdLst>
    <p:sldMasterId xmlns:r="http://schemas.openxmlformats.org/officeDocument/2006/relationships" id="2147483648" r:id="rId1"/>
  </p:sldMasterIdLst>
  <p:notesMasterIdLst>
    <p:notesMasterId r:id="R0a9a43760c634d5d"/>
  </p:notesMasterIdLst>
  <p:sldIdLst>
    <p:sldId id="256" r:id="R13a56f0257c443c6"/>
  </p:sldIdLst>
  <p:sldSz cx="12192000" cy="6858000" type="screen16x9"/>
  <p:notesSz cx="6858000" cy="9144000"/>
</p:presentation>
</file>

<file path=ppt/_rels/presentation.xml.rels>&#65279;<?xml version="1.0" encoding="utf-8"?><Relationships xmlns="http://schemas.openxmlformats.org/package/2006/relationships"><Relationship Type="http://schemas.openxmlformats.org/officeDocument/2006/relationships/slideMaster" Target="/ppt/slideMasters/slideMaster1.xml" Id="rId1" /><Relationship Type="http://schemas.openxmlformats.org/officeDocument/2006/relationships/theme" Target="/ppt/theme/theme1.xml" Id="rId2" /><Relationship Type="http://schemas.openxmlformats.org/officeDocument/2006/relationships/slide" Target="/ppt/slides/slide1.xml" Id="R13a56f0257c443c6" /><Relationship Type="http://schemas.openxmlformats.org/officeDocument/2006/relationships/notesMaster" Target="/ppt/notesMasters/notesMaster1.xml" Id="R0a9a43760c634d5d" /></Relationships>
</file>

<file path=ppt/notesMasters/_rels/notesMaster1.xml.rels>&#65279;<?xml version="1.0" encoding="utf-8"?><Relationships xmlns="http://schemas.openxmlformats.org/package/2006/relationships"><Relationship Type="http://schemas.openxmlformats.org/officeDocument/2006/relationships/theme" Target="/ppt/notesMasters/theme/theme2.xml" Id="R7c85901370974c0f" />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/>
          <a:lstStyle>
            <a:lvl1pPr algn="r">
              <a:defRPr sz="1200"/>
            </a:lvl1pPr>
          </a:lstStyle>
          <a:p>
            <a:fld id="{B1E4B0A2-5C8E-4E5F-9C1D-2F3A4B5C6D71}" type="datetimeFigureOut">
              <a:rPr lang="en-US"/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1143000" y="685800"/>
            <a:ext cx="4572000" cy="257175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3429000"/>
            <a:ext cx="5486400" cy="4114800"/>
          </a:xfrm>
          <a:prstGeom prst="rect">
            <a:avLst/>
          </a:prstGeom>
        </p:spPr>
        <p:txBody>
          <a:bodyPr vert="horz" lIns="91440" tIns="45720" rIns="91440" bIns="45720"/>
          <a:lstStyle/>
          <a:p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/>
          <a:lstStyle>
            <a:lvl1pPr algn="r">
              <a:defRPr sz="1200"/>
            </a:lvl1pPr>
          </a:lstStyle>
          <a:p>
            <a:fld id="{B1E4B0A2-5C8E-4E5F-9C1D-2F3A4B5C6D72}" type="slidenum">
              <a:rPr lang="en-US"/>
            </a:fld>
            <a:endParaRPr lang="en-US"/>
          </a:p>
        </p:txBody>
      </p:sp>
    </p:spTree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Masters/theme/theme2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C00000"/>
      </a:accent1>
      <a:accent2>
        <a:srgbClr val="70AD47"/>
      </a:accent2>
      <a:accent3>
        <a:srgbClr val="ED7D31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Arial"/>
        <a:ea typeface=""/>
        <a:cs typeface=""/>
      </a:majorFont>
      <a:minorFont>
        <a:latin typeface="Arial"/>
        <a:ea typeface=""/>
        <a:cs typeface=""/>
      </a:minorFont>
    </a:fontScheme>
    <a:fmtScheme name="Office">
      <a:fillStyleLst>
        <a:solidFill>
          <a:schemeClr val="phClr"/>
        </a:solidFill>
        <a:solidFill>
          <a:schemeClr val="phClr"/>
        </a:solidFill>
        <a:solidFill>
          <a:schemeClr val="phClr"/>
        </a:solidFill>
      </a:fillStyleLst>
      <a:lnStyleLst>
        <a:ln w="6350" cap="flat">
          <a:solidFill>
            <a:schemeClr val="phClr"/>
          </a:solidFill>
        </a:ln>
        <a:ln w="12700" cap="flat">
          <a:solidFill>
            <a:schemeClr val="phClr"/>
          </a:solidFill>
        </a:ln>
        <a:ln w="19050" cap="flat">
          <a:solidFill>
            <a:schemeClr val="phClr"/>
          </a:solidFill>
        </a:ln>
      </a:lnStyleLst>
      <a:effectStyleLst>
        <a:effectStyle>
          <a:effectLst/>
        </a:effectStyle>
        <a:effectStyle>
          <a:effectLst/>
        </a:effectStyle>
        <a:effectStyle>
          <a:effectLst/>
        </a:effectStyle>
      </a:effectStyleLst>
      <a:bgFillStyleLst>
        <a:solidFill>
          <a:schemeClr val="phClr"/>
        </a:solidFill>
        <a:solidFill>
          <a:schemeClr val="phClr"/>
        </a:solidFill>
        <a:solidFill>
          <a:schemeClr val="phClr"/>
        </a:solidFill>
      </a:bgFillStyleLst>
    </a:fmtScheme>
  </a:themeElements>
</a:theme>
</file>

<file path=ppt/notesSlides/_rels/notesSlide1.xml.rels>&#65279;<?xml version="1.0" encoding="utf-8"?><Relationships xmlns="http://schemas.openxmlformats.org/package/2006/relationships"><Relationship Type="http://schemas.openxmlformats.org/officeDocument/2006/relationships/notesMaster" Target="/ppt/notesMasters/notesMaster1.xml" Id="Raa1d85ed18194f1a" /><Relationship Type="http://schemas.openxmlformats.org/officeDocument/2006/relationships/slide" Target="/ppt/slides/slide1.xml" Id="R745ba9d7e01746ae" /></Relationships>
</file>

<file path=ppt/notesSlides/notesSlide1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/>
          <p:nvPr>
            <p:ph type="sldImg" idx="0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3" name="Notes Placeholder 2"/>
          <p:cNvSpPr/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rPr lang="en-US"/>
              <a:t>REMUS builds on DUOHUAFEN's LI-TDM for cycle-accurate execution. The first-stage receive and last-stage send are omitted to reduce redundant communication; this is a protocol optimization, not a measured percentage speedup. Keep these implementation details in the narration. For global pause, the Host collects all receive-barrier acknowledgements before sampling stable counters. Barrier acknowledgement alone is not a valid global pause. In the illustrative example, B is at 41 and A at 42. The common target is 43; configure two steps for B and one for A while barriers remain held, then release B before A. LI-TDM dependencies still apply. Finally check stopped/pause status and final counters on all partitions. Equal logical cycles do not imply simultaneous physical stops or prove all-state equivalence. Required propagation must finish. The diagram's shared arrows are a simplified visual summary of Host operations on each partition, not FPGA-to-FPGA forwarding of Host commands. The cycle numbers are illustrative, not experimental data. Source: src/midterm/progress/cycle_control.tex. The right illustration is intentionally a raster crop per user request; the title, left text and page number are editable. The three requested supplementary callouts from the design reference are omitted. Reference [1]: G. Zhu. Cross-Node Deployment of Digital Logic Design for FPGA Cloud. Master's thesis, ShanghaiTech University, 2024.</a:t>
            </a:r>
          </a:p>
        </p:txBody>
      </p:sp>
    </p:spTree>
  </p:cSld>
  <p:clrMapOvr>
    <a:masterClrMapping xmlns:a="http://schemas.openxmlformats.org/drawingml/2006/main"/>
  </p:clrMapOvr>
</p:notes>
</file>

<file path=ppt/slideLayouts/_rels/slideLayout1.xml.rels>&#65279;<?xml version="1.0" encoding="utf-8"?><Relationships xmlns="http://schemas.openxmlformats.org/package/2006/relationships"><Relationship Type="http://schemas.openxmlformats.org/officeDocument/2006/relationships/slideMaster" Target="/ppt/slideMasters/slideMaster1.xml" Id="R01b55ef5e3204197" /></Relationships>
</file>

<file path=ppt/slideLayouts/_rels/slideLayout2.xml.rels>&#65279;<?xml version="1.0" encoding="utf-8"?><Relationships xmlns="http://schemas.openxmlformats.org/package/2006/relationships"><Relationship Type="http://schemas.openxmlformats.org/officeDocument/2006/relationships/slideMaster" Target="/ppt/slideMasters/slideMaster1.xml" Id="R03d19bf5060f4480" /></Relationships>
</file>

<file path=ppt/slideLayouts/_rels/slideLayout3.xml.rels>&#65279;<?xml version="1.0" encoding="utf-8"?><Relationships xmlns="http://schemas.openxmlformats.org/package/2006/relationships"><Relationship Type="http://schemas.openxmlformats.org/officeDocument/2006/relationships/slideMaster" Target="/ppt/slideMasters/slideMaster1.xml" Id="R5eaf4cfb2a7e4183" /></Relationships>
</file>

<file path=ppt/slideLayouts/_rels/slideLayout4.xml.rels>&#65279;<?xml version="1.0" encoding="utf-8"?><Relationships xmlns="http://schemas.openxmlformats.org/package/2006/relationships"><Relationship Type="http://schemas.openxmlformats.org/officeDocument/2006/relationships/slideMaster" Target="/ppt/slideMasters/slideMaster1.xml" Id="Rde0a537b244e4f4b" /></Relationships>
</file>

<file path=ppt/slideLayouts/_rels/slideLayout5.xml.rels>&#65279;<?xml version="1.0" encoding="utf-8"?><Relationships xmlns="http://schemas.openxmlformats.org/package/2006/relationships"><Relationship Type="http://schemas.openxmlformats.org/officeDocument/2006/relationships/slideMaster" Target="/ppt/slideMasters/slideMaster1.xml" Id="Ra5012b80162c43df" /></Relationships>
</file>

<file path=ppt/slideLayouts/slideLayout1.xml><?xml version="1.0" encoding="utf-8"?>
<p:sldLayout xmlns:p="http://schemas.openxmlformats.org/presentationml/2006/main" type="blank">
  <p:cSld name="Blank">
    <p:spTree>
      <p:nvGrpSpPr>
        <p:cNvPr id="1" name=""/>
        <p:cNvGrpSpPr/>
        <p:nvPr/>
      </p:nvGrpSpPr>
      <p:grpSpPr/>
    </p:spTree>
  </p:cSld>
</p:sldLayout>
</file>

<file path=ppt/slideLayouts/slideLayout2.xml><?xml version="1.0" encoding="utf-8"?>
<p:sldLayout xmlns:p="http://schemas.openxmlformats.org/presentationml/2006/main" type="title">
  <p:cSld name="Title Slide">
    <p:spTree>
      <p:nvGrpSpPr>
        <p:cNvPr id="1" name=""/>
        <p:cNvGrpSpPr/>
        <p:nvPr/>
      </p:nvGrpSpPr>
      <p:grpSpPr/>
      <p:sp>
        <p:nvSpPr>
          <p:cNvPr id="2" name="Title"/>
          <p:cNvSpPr>
            <a:spLocks xmlns:a="http://schemas.openxmlformats.org/drawingml/2006/main" noGrp="1"/>
          </p:cNvSpPr>
          <p:nvPr>
            <p:ph type="ctrTitle"/>
          </p:nvPr>
        </p:nvSpPr>
        <p:spPr>
          <a:xfrm xmlns:a="http://schemas.openxmlformats.org/drawingml/2006/main">
            <a:off x="685800" y="2130425"/>
            <a:ext cx="7772400" cy="1470025"/>
          </a:xfrm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endParaRPr lang="en-US"/>
          </a:p>
        </p:txBody>
      </p:sp>
      <p:sp>
        <p:nvSpPr>
          <p:cNvPr id="3" name="Subtitle"/>
          <p:cNvSpPr>
            <a:spLocks xmlns:a="http://schemas.openxmlformats.org/drawingml/2006/main" noGrp="1"/>
          </p:cNvSpPr>
          <p:nvPr>
            <p:ph type="subTitle" idx="1"/>
          </p:nvPr>
        </p:nvSpPr>
        <p:spPr>
          <a:xfrm xmlns:a="http://schemas.openxmlformats.org/drawingml/2006/main">
            <a:off x="1371600" y="3886200"/>
            <a:ext cx="6400800" cy="1752600"/>
          </a:xfrm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endParaRPr lang="en-US"/>
          </a:p>
        </p:txBody>
      </p:sp>
    </p:spTree>
  </p:cSld>
</p:sldLayout>
</file>

<file path=ppt/slideLayouts/slideLayout3.xml><?xml version="1.0" encoding="utf-8"?>
<p:sldLayout xmlns:p="http://schemas.openxmlformats.org/presentationml/2006/main" type="objTx">
  <p:cSld name="Title and Content">
    <p:spTree>
      <p:nvGrpSpPr>
        <p:cNvPr id="1" name=""/>
        <p:cNvGrpSpPr/>
        <p:nvPr/>
      </p:nvGrpSpPr>
      <p:grpSpPr/>
      <p:sp>
        <p:nvSpPr>
          <p:cNvPr id="2" name="Title"/>
          <p:cNvSpPr>
            <a:spLocks xmlns:a="http://schemas.openxmlformats.org/drawingml/2006/main" noGrp="1"/>
          </p:cNvSpPr>
          <p:nvPr>
            <p:ph type="title"/>
          </p:nvPr>
        </p:nvSpPr>
        <p:spPr>
          <a:xfrm xmlns:a="http://schemas.openxmlformats.org/drawingml/2006/main">
            <a:off x="838200" y="365125"/>
            <a:ext cx="10515600" cy="1325563"/>
          </a:xfrm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endParaRPr lang="en-US"/>
          </a:p>
        </p:txBody>
      </p:sp>
      <p:sp>
        <p:nvSpPr>
          <p:cNvPr id="3" name="Content"/>
          <p:cNvSpPr>
            <a:spLocks xmlns:a="http://schemas.openxmlformats.org/drawingml/2006/main" noGrp="1"/>
          </p:cNvSpPr>
          <p:nvPr>
            <p:ph type="body" idx="1"/>
          </p:nvPr>
        </p:nvSpPr>
        <p:spPr>
          <a:xfrm xmlns:a="http://schemas.openxmlformats.org/drawingml/2006/main">
            <a:off x="838200" y="1825625"/>
            <a:ext cx="10515600" cy="4351338"/>
          </a:xfrm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endParaRPr lang="en-US"/>
          </a:p>
        </p:txBody>
      </p:sp>
    </p:spTree>
  </p:cSld>
</p:sldLayout>
</file>

<file path=ppt/slideLayouts/slideLayout4.xml><?xml version="1.0" encoding="utf-8"?>
<p:sldLayout xmlns:p="http://schemas.openxmlformats.org/presentationml/2006/main" type="twoColTx">
  <p:cSld name="Two Content">
    <p:spTree>
      <p:nvGrpSpPr>
        <p:cNvPr id="1" name=""/>
        <p:cNvGrpSpPr/>
        <p:nvPr/>
      </p:nvGrpSpPr>
      <p:grpSpPr/>
      <p:sp>
        <p:nvSpPr>
          <p:cNvPr id="2" name="Title"/>
          <p:cNvSpPr>
            <a:spLocks xmlns:a="http://schemas.openxmlformats.org/drawingml/2006/main" noGrp="1"/>
          </p:cNvSpPr>
          <p:nvPr>
            <p:ph type="title"/>
          </p:nvPr>
        </p:nvSpPr>
        <p:spPr>
          <a:xfrm xmlns:a="http://schemas.openxmlformats.org/drawingml/2006/main">
            <a:off x="838200" y="365125"/>
            <a:ext cx="10515600" cy="1325563"/>
          </a:xfrm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endParaRPr lang="en-US"/>
          </a:p>
        </p:txBody>
      </p:sp>
      <p:sp>
        <p:nvSpPr>
          <p:cNvPr id="3" name="Content Left"/>
          <p:cNvSpPr>
            <a:spLocks xmlns:a="http://schemas.openxmlformats.org/drawingml/2006/main" noGrp="1"/>
          </p:cNvSpPr>
          <p:nvPr>
            <p:ph type="body" idx="1"/>
          </p:nvPr>
        </p:nvSpPr>
        <p:spPr>
          <a:xfrm xmlns:a="http://schemas.openxmlformats.org/drawingml/2006/main">
            <a:off x="838200" y="1825625"/>
            <a:ext cx="5181600" cy="4351338"/>
          </a:xfrm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endParaRPr lang="en-US"/>
          </a:p>
        </p:txBody>
      </p:sp>
      <p:sp>
        <p:nvSpPr>
          <p:cNvPr id="4" name="Content Right"/>
          <p:cNvSpPr>
            <a:spLocks xmlns:a="http://schemas.openxmlformats.org/drawingml/2006/main" noGrp="1"/>
          </p:cNvSpPr>
          <p:nvPr>
            <p:ph type="body" idx="2"/>
          </p:nvPr>
        </p:nvSpPr>
        <p:spPr>
          <a:xfrm xmlns:a="http://schemas.openxmlformats.org/drawingml/2006/main">
            <a:off x="6172200" y="1825625"/>
            <a:ext cx="5181600" cy="4351338"/>
          </a:xfrm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endParaRPr lang="en-US"/>
          </a:p>
        </p:txBody>
      </p:sp>
    </p:spTree>
  </p:cSld>
</p:sldLayout>
</file>

<file path=ppt/slideLayouts/slideLayout5.xml><?xml version="1.0" encoding="utf-8"?>
<p:sldLayout xmlns:p="http://schemas.openxmlformats.org/presentationml/2006/main" type="titleOnly">
  <p:cSld name="Title Only">
    <p:spTree>
      <p:nvGrpSpPr>
        <p:cNvPr id="1" name=""/>
        <p:cNvGrpSpPr/>
        <p:nvPr/>
      </p:nvGrpSpPr>
      <p:grpSpPr/>
      <p:sp>
        <p:nvSpPr>
          <p:cNvPr id="2" name="Title"/>
          <p:cNvSpPr>
            <a:spLocks xmlns:a="http://schemas.openxmlformats.org/drawingml/2006/main" noGrp="1"/>
          </p:cNvSpPr>
          <p:nvPr>
            <p:ph type="title"/>
          </p:nvPr>
        </p:nvSpPr>
        <p:spPr>
          <a:xfrm xmlns:a="http://schemas.openxmlformats.org/drawingml/2006/main">
            <a:off x="838200" y="365125"/>
            <a:ext cx="10515600" cy="1325563"/>
          </a:xfrm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endParaRPr lang="en-US"/>
          </a:p>
        </p:txBody>
      </p:sp>
    </p:spTree>
  </p:cSld>
</p:sldLayout>
</file>

<file path=ppt/slideMasters/_rels/slideMaster1.xml.rels>&#65279;<?xml version="1.0" encoding="utf-8"?><Relationships xmlns="http://schemas.openxmlformats.org/package/2006/relationships"><Relationship Type="http://schemas.openxmlformats.org/officeDocument/2006/relationships/slideLayout" Target="/ppt/slideLayouts/slideLayout1.xml" Id="rId1" /><Relationship Type="http://schemas.openxmlformats.org/officeDocument/2006/relationships/theme" Target="/ppt/theme/theme1.xml" Id="R4887926231344af5" /><Relationship Type="http://schemas.openxmlformats.org/officeDocument/2006/relationships/slideLayout" Target="/ppt/slideLayouts/slideLayout2.xml" Id="rId2" /><Relationship Type="http://schemas.openxmlformats.org/officeDocument/2006/relationships/slideLayout" Target="/ppt/slideLayouts/slideLayout3.xml" Id="rId3" /><Relationship Type="http://schemas.openxmlformats.org/officeDocument/2006/relationships/slideLayout" Target="/ppt/slideLayouts/slideLayout4.xml" Id="rId4" /><Relationship Type="http://schemas.openxmlformats.org/officeDocument/2006/relationships/slideLayout" Target="/ppt/slideLayouts/slideLayout5.xml" Id="rId5" /></Relationships>
</file>

<file path=ppt/slideMasters/slideMaster1.xml><?xml version="1.0" encoding="utf-8"?>
<p:sldMaster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/>
    </p:spTree>
  </p:cSld>
  <p:clrMap bg1="lt1" tx1="dk1" bg2="lt2" tx2="dk2" accent1="accent1" accent2="accent2" accent3="accent3" accent4="accent4" accent5="accent5" accent6="accent6" hlink="hlink" folHlink="folHlink"/>
  <p:sldLayoutIdLst>
    <p:sldLayoutId xmlns:r="http://schemas.openxmlformats.org/officeDocument/2006/relationships" id="2147483649" r:id="rId1"/>
    <p:sldLayoutId xmlns:r="http://schemas.openxmlformats.org/officeDocument/2006/relationships" id="2147483650" r:id="rId2"/>
    <p:sldLayoutId xmlns:r="http://schemas.openxmlformats.org/officeDocument/2006/relationships" id="2147483651" r:id="rId3"/>
    <p:sldLayoutId xmlns:r="http://schemas.openxmlformats.org/officeDocument/2006/relationships" id="2147483652" r:id="rId4"/>
    <p:sldLayoutId xmlns:r="http://schemas.openxmlformats.org/officeDocument/2006/relationships" id="2147483653" r:id="rId5"/>
  </p:sldLayoutIdLst>
</p:sldMaster>
</file>

<file path=ppt/slides/_rels/slide1.xml.rels>&#65279;<?xml version="1.0" encoding="utf-8"?><Relationships xmlns="http://schemas.openxmlformats.org/package/2006/relationships"><Relationship Type="http://schemas.openxmlformats.org/officeDocument/2006/relationships/slideLayout" Target="/ppt/slideLayouts/slideLayout1.xml" Id="Re285b4dce780407d" /><Relationship Type="http://schemas.openxmlformats.org/officeDocument/2006/relationships/image" Target="/ppt/media/image.png" Id="R2ab8bed9cb7e4c8b" /><Relationship Type="http://schemas.openxmlformats.org/officeDocument/2006/relationships/notesSlide" Target="/ppt/notesSlides/notesSlide1.xml" Id="Rbf40c1b0e3ac4375" 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 xmlns:a="http://schemas.openxmlformats.org/drawingml/2006/main" xmlns:p="http://schemas.openxmlformats.org/presentationml/2006/main" xmlns:r="http://schemas.openxmlformats.org/officeDocument/2006/relationships">
    <p:bg>
      <p:bgPr>
        <a:solidFill xmlns:a="http://schemas.openxmlformats.org/drawingml/2006/main">
          <a:srgbClr val="FFFFFF"/>
        </a:solidFill>
      </p:bgPr>
    </p:bg>
    <p:spTree>
      <p:nvGrpSpPr>
        <p:cNvPr id="1" name=""/>
        <p:cNvGrpSpPr/>
        <p:nvPr/>
      </p:nvGrpSpPr>
      <p:grpSpPr/>
      <p:sp>
        <p:nvSpPr>
          <p:cNvPr id="2" name="S06.Title"/>
          <p:cNvSpPr/>
          <p:nvPr>
            <p:ph type="title"/>
          </p:nvPr>
        </p:nvSpPr>
        <p:spPr>
          <a:xfrm xmlns:a="http://schemas.openxmlformats.org/drawingml/2006/main">
            <a:off x="320040" y="128016"/>
            <a:ext cx="11558016" cy="493776"/>
          </a:xfrm>
          <a:noFill/>
          <a:ln>
            <a:noFill/>
          </a:ln>
        </p:spPr>
        <p:txBody>
          <a:bodyPr xmlns:a="http://schemas.openxmlformats.org/drawingml/2006/main" lIns="0" tIns="0" rIns="0" bIns="0">
            <a:noAutofit/>
          </a:bodyPr>
          <a:lstStyle xmlns:a="http://schemas.openxmlformats.org/drawingml/2006/main"/>
          <a:p>
            <a:pPr algn="l">
              <a:lnSpc>
                <a:spcPct val="90000"/>
              </a:lnSpc>
              <a:defRPr sz="3000" b="1">
                <a:solidFill>
                  <a:srgbClr val="C00000"/>
                </a:solidFill>
                <a:latin typeface="Arial"/>
                <a:ea typeface="Arial"/>
              </a:defRPr>
            </a:pPr>
            <a:r>
              <a:rPr sz="3000" b="1">
                <a:solidFill>
                  <a:srgbClr val="C00000"/>
                </a:solidFill>
                <a:latin typeface="Arial"/>
              </a:rPr>
              <a:t>Pregress1:  Cycle-Accurate Execution and Global Pause</a:t>
            </a:r>
          </a:p>
        </p:txBody>
      </p:sp>
      <p:sp>
        <p:nvSpPr>
          <p:cNvPr id="100000" name="S06.TitleRule"/>
          <p:cNvSpPr/>
          <p:nvPr/>
        </p:nvSpPr>
        <p:spPr>
          <a:xfrm>
            <a:off x="320040" y="713232"/>
            <a:ext cx="11558016" cy="25400"/>
          </a:xfrm>
          <a:prstGeom prst="rect">
            <a:avLst/>
          </a:prstGeom>
          <a:solidFill>
            <a:srgbClr val="C55A11"/>
          </a:solidFill>
          <a:ln>
            <a:solidFill>
              <a:srgbClr val="C55A11"/>
            </a:solidFill>
          </a:ln>
        </p:spPr>
        <p:txBody>
          <a:bodyPr lIns="0" tIns="0" rIns="0" bIns="0">
            <a:noAutofit/>
          </a:bodyPr>
          <a:lstStyle/>
          <a:p>
            <a:endParaRPr lang="en-US" sz="1800">
              <a:solidFill>
                <a:srgbClr val="C55A11"/>
              </a:solidFill>
              <a:latin typeface="Arial"/>
              <a:ea typeface="Arial"/>
            </a:endParaRPr>
          </a:p>
        </p:txBody>
      </p:sp>
      <p:sp>
        <p:nvSpPr>
          <p:cNvPr id="100001" name="S06.Execution.Heading"/>
          <p:cNvSpPr txBox="1"/>
          <p:nvPr/>
        </p:nvSpPr>
        <p:spPr>
          <a:xfrm>
            <a:off x="320040" y="1143000"/>
            <a:ext cx="3657600" cy="640080"/>
          </a:xfrm>
          <a:prstGeom prst="rect">
            <a:avLst/>
          </a:prstGeom>
          <a:noFill/>
          <a:ln>
            <a:noFill/>
          </a:ln>
        </p:spPr>
        <p:txBody>
          <a:bodyPr lIns="0" tIns="0" rIns="0" bIns="0">
            <a:noAutofit/>
          </a:bodyPr>
          <a:lstStyle/>
          <a:p>
            <a:r>
              <a:rPr lang="en-US" sz="2200" b="1">
                <a:solidFill>
                  <a:srgbClr val="333333"/>
                </a:solidFill>
                <a:latin typeface="Arial"/>
                <a:ea typeface="Arial"/>
              </a:rPr>
              <a:t>Cycle-Accurate Execution</a:t>
            </a:r>
          </a:p>
        </p:txBody>
      </p:sp>
      <p:sp>
        <p:nvSpPr>
          <p:cNvPr id="100003" name="S06.Execution.Text1"/>
          <p:cNvSpPr txBox="1"/>
          <p:nvPr/>
        </p:nvSpPr>
        <p:spPr>
          <a:xfrm>
            <a:off x="424844" y="1856232"/>
            <a:ext cx="3642111" cy="548640"/>
          </a:xfrm>
          <a:prstGeom prst="rect">
            <a:avLst/>
          </a:prstGeom>
          <a:noFill/>
          <a:ln>
            <a:noFill/>
          </a:ln>
        </p:spPr>
        <p:txBody>
          <a:bodyPr lIns="0" tIns="0" rIns="0" bIns="0">
            <a:noAutofit/>
          </a:bodyPr>
          <a:lstStyle/>
          <a:p>
            <a:pPr marL="285750" indent="-285750" algn="l">
              <a:buFont xmlns:a="http://schemas.openxmlformats.org/drawingml/2006/main" typeface="Arial" panose="020B0604020202020204" pitchFamily="34" charset="0"/>
              <a:buChar xmlns:a="http://schemas.openxmlformats.org/drawingml/2006/main" char="•"/>
              <a:defRPr sz="1800" b="0">
                <a:solidFill>
                  <a:srgbClr val="1F1F1F"/>
                </a:solidFill>
                <a:latin typeface="Arial"/>
                <a:ea typeface="Arial"/>
              </a:defRPr>
            </a:pPr>
            <a:r>
              <a:rPr lang="en-US">
                <a:solidFill>
                  <a:srgbClr val="1F1F1F"/>
                </a:solidFill>
                <a:latin typeface="Arial"/>
              </a:rPr>
              <a:t>Execution b</a:t>
            </a:r>
            <a:r>
              <a:rPr lang="en-US" sz="1800">
                <a:solidFill>
                  <a:srgbClr val="1F1F1F"/>
                </a:solidFill>
                <a:latin typeface="Arial"/>
              </a:rPr>
              <a:t>ased on DUOHUAFEN LI-TDM</a:t>
            </a:r>
            <a:r>
              <a:rPr lang="en-US" baseline="30000">
                <a:solidFill>
                  <a:srgbClr val="1F1F1F"/>
                </a:solidFill>
                <a:latin typeface="Arial"/>
              </a:rPr>
              <a:t>[1]</a:t>
            </a:r>
          </a:p>
        </p:txBody>
      </p:sp>
      <p:sp>
        <p:nvSpPr>
          <p:cNvPr id="100005" name="S06.Execution.Text2"/>
          <p:cNvSpPr txBox="1"/>
          <p:nvPr/>
        </p:nvSpPr>
        <p:spPr>
          <a:xfrm>
            <a:off x="406556" y="2589160"/>
            <a:ext cx="3552795" cy="548640"/>
          </a:xfrm>
          <a:prstGeom prst="rect">
            <a:avLst/>
          </a:prstGeom>
          <a:noFill/>
          <a:ln>
            <a:noFill/>
          </a:ln>
        </p:spPr>
        <p:txBody>
          <a:bodyPr lIns="0" tIns="0" rIns="0" bIns="0">
            <a:noAutofit/>
          </a:bodyPr>
          <a:lstStyle/>
          <a:p>
            <a:pPr marL="285750" indent="-285750" algn="l">
              <a:buFont xmlns:a="http://schemas.openxmlformats.org/drawingml/2006/main" typeface="Arial" panose="020B0604020202020204" pitchFamily="34" charset="0"/>
              <a:buChar xmlns:a="http://schemas.openxmlformats.org/drawingml/2006/main" char="•"/>
              <a:defRPr sz="1800" b="0">
                <a:solidFill>
                  <a:srgbClr val="1F1F1F"/>
                </a:solidFill>
                <a:latin typeface="Arial"/>
                <a:ea typeface="Arial"/>
              </a:defRPr>
            </a:pPr>
            <a:r>
              <a:rPr sz="1800">
                <a:solidFill>
                  <a:srgbClr val="1F1F1F"/>
                </a:solidFill>
                <a:latin typeface="Arial"/>
              </a:rPr>
              <a:t>Optimized communication flow</a:t>
            </a:r>
          </a:p>
        </p:txBody>
      </p:sp>
      <p:sp>
        <p:nvSpPr>
          <p:cNvPr id="100007" name="S06.Pause.Heading"/>
          <p:cNvSpPr txBox="1"/>
          <p:nvPr/>
        </p:nvSpPr>
        <p:spPr>
          <a:xfrm>
            <a:off x="320040" y="4028585"/>
            <a:ext cx="3657600" cy="640080"/>
          </a:xfrm>
          <a:prstGeom prst="rect">
            <a:avLst/>
          </a:prstGeom>
          <a:noFill/>
          <a:ln>
            <a:noFill/>
          </a:ln>
        </p:spPr>
        <p:txBody>
          <a:bodyPr lIns="0" tIns="0" rIns="0" bIns="0">
            <a:noAutofit/>
          </a:bodyPr>
          <a:lstStyle/>
          <a:p>
            <a:r>
              <a:rPr lang="en-US" sz="2200" b="1">
                <a:solidFill>
                  <a:srgbClr val="333333"/>
                </a:solidFill>
                <a:latin typeface="Arial"/>
                <a:ea typeface="Arial"/>
              </a:rPr>
              <a:t>Cycle-Consistent Pause</a:t>
            </a:r>
          </a:p>
        </p:txBody>
      </p:sp>
      <p:sp>
        <p:nvSpPr>
          <p:cNvPr id="100008" name="S06.Pause.Number1"/>
          <p:cNvSpPr/>
          <p:nvPr/>
        </p:nvSpPr>
        <p:spPr>
          <a:xfrm>
            <a:off x="393192" y="4760105"/>
            <a:ext cx="292608" cy="292608"/>
          </a:xfrm>
          <a:prstGeom prst="ellipse">
            <a:avLst/>
          </a:prstGeom>
          <a:solidFill>
            <a:srgbClr val="70AD47"/>
          </a:solidFill>
          <a:ln>
            <a:noFill/>
          </a:ln>
        </p:spPr>
        <p:txBody>
          <a:bodyPr lIns="0" tIns="0" rIns="0" bIns="0" anchor="ctr">
            <a:noAutofit/>
          </a:bodyPr>
          <a:lstStyle/>
          <a:p>
            <a:pPr algn="ctr"/>
            <a:r>
              <a:rPr lang="en-US" sz="1400" b="1">
                <a:solidFill>
                  <a:srgbClr val="FFFFFF"/>
                </a:solidFill>
                <a:latin typeface="Arial"/>
                <a:ea typeface="Arial"/>
              </a:rPr>
              <a:t>1</a:t>
            </a:r>
          </a:p>
        </p:txBody>
      </p:sp>
      <p:sp>
        <p:nvSpPr>
          <p:cNvPr id="100009" name="S06.Pause.Text1"/>
          <p:cNvSpPr txBox="1"/>
          <p:nvPr/>
        </p:nvSpPr>
        <p:spPr>
          <a:xfrm>
            <a:off x="832104" y="4750961"/>
            <a:ext cx="3044952" cy="438912"/>
          </a:xfrm>
          <a:prstGeom prst="rect">
            <a:avLst/>
          </a:prstGeom>
          <a:noFill/>
          <a:ln>
            <a:noFill/>
          </a:ln>
        </p:spPr>
        <p:txBody>
          <a:bodyPr lIns="0" tIns="0" rIns="0" bIns="0">
            <a:noAutofit/>
          </a:bodyPr>
          <a:lstStyle/>
          <a:p>
            <a:r>
              <a:rPr lang="en-US" sz="1800">
                <a:solidFill>
                  <a:srgbClr val="1F1F1F"/>
                </a:solidFill>
                <a:latin typeface="Arial"/>
                <a:ea typeface="Arial"/>
              </a:rPr>
              <a:t>Stabilize progress</a:t>
            </a:r>
          </a:p>
        </p:txBody>
      </p:sp>
      <p:sp>
        <p:nvSpPr>
          <p:cNvPr id="100010" name="S06.Pause.Number2"/>
          <p:cNvSpPr/>
          <p:nvPr/>
        </p:nvSpPr>
        <p:spPr>
          <a:xfrm>
            <a:off x="393192" y="5272169"/>
            <a:ext cx="292608" cy="292608"/>
          </a:xfrm>
          <a:prstGeom prst="ellipse">
            <a:avLst/>
          </a:prstGeom>
          <a:solidFill>
            <a:srgbClr val="70AD47"/>
          </a:solidFill>
          <a:ln>
            <a:noFill/>
          </a:ln>
        </p:spPr>
        <p:txBody>
          <a:bodyPr lIns="0" tIns="0" rIns="0" bIns="0" anchor="ctr">
            <a:noAutofit/>
          </a:bodyPr>
          <a:lstStyle/>
          <a:p>
            <a:pPr algn="ctr"/>
            <a:r>
              <a:rPr lang="en-US" sz="1400" b="1">
                <a:solidFill>
                  <a:srgbClr val="FFFFFF"/>
                </a:solidFill>
                <a:latin typeface="Arial"/>
                <a:ea typeface="Arial"/>
              </a:rPr>
              <a:t>2</a:t>
            </a:r>
          </a:p>
        </p:txBody>
      </p:sp>
      <p:sp>
        <p:nvSpPr>
          <p:cNvPr id="100011" name="S06.Pause.Text2"/>
          <p:cNvSpPr txBox="1"/>
          <p:nvPr/>
        </p:nvSpPr>
        <p:spPr>
          <a:xfrm>
            <a:off x="832104" y="5263025"/>
            <a:ext cx="3044952" cy="438912"/>
          </a:xfrm>
          <a:prstGeom prst="rect">
            <a:avLst/>
          </a:prstGeom>
          <a:noFill/>
          <a:ln>
            <a:noFill/>
          </a:ln>
        </p:spPr>
        <p:txBody>
          <a:bodyPr lIns="0" tIns="0" rIns="0" bIns="0">
            <a:noAutofit/>
          </a:bodyPr>
          <a:lstStyle/>
          <a:p>
            <a:r>
              <a:rPr lang="en-US" sz="1800">
                <a:solidFill>
                  <a:srgbClr val="1F1F1F"/>
                </a:solidFill>
                <a:latin typeface="Arial"/>
                <a:ea typeface="Arial"/>
              </a:rPr>
              <a:t>Set a common target</a:t>
            </a:r>
          </a:p>
        </p:txBody>
      </p:sp>
      <p:sp>
        <p:nvSpPr>
          <p:cNvPr id="100012" name="S06.Pause.Number3"/>
          <p:cNvSpPr/>
          <p:nvPr/>
        </p:nvSpPr>
        <p:spPr>
          <a:xfrm>
            <a:off x="393192" y="5784233"/>
            <a:ext cx="292608" cy="292608"/>
          </a:xfrm>
          <a:prstGeom prst="ellipse">
            <a:avLst/>
          </a:prstGeom>
          <a:solidFill>
            <a:srgbClr val="70AD47"/>
          </a:solidFill>
          <a:ln>
            <a:noFill/>
          </a:ln>
        </p:spPr>
        <p:txBody>
          <a:bodyPr lIns="0" tIns="0" rIns="0" bIns="0" anchor="ctr">
            <a:noAutofit/>
          </a:bodyPr>
          <a:lstStyle/>
          <a:p>
            <a:pPr algn="ctr"/>
            <a:r>
              <a:rPr lang="en-US" sz="1400" b="1">
                <a:solidFill>
                  <a:srgbClr val="FFFFFF"/>
                </a:solidFill>
                <a:latin typeface="Arial"/>
                <a:ea typeface="Arial"/>
              </a:rPr>
              <a:t>3</a:t>
            </a:r>
          </a:p>
        </p:txBody>
      </p:sp>
      <p:sp>
        <p:nvSpPr>
          <p:cNvPr id="100013" name="S06.Pause.Text3"/>
          <p:cNvSpPr txBox="1"/>
          <p:nvPr/>
        </p:nvSpPr>
        <p:spPr>
          <a:xfrm>
            <a:off x="832104" y="5775089"/>
            <a:ext cx="3044952" cy="438912"/>
          </a:xfrm>
          <a:prstGeom prst="rect">
            <a:avLst/>
          </a:prstGeom>
          <a:noFill/>
          <a:ln>
            <a:noFill/>
          </a:ln>
        </p:spPr>
        <p:txBody>
          <a:bodyPr lIns="0" tIns="0" rIns="0" bIns="0">
            <a:noAutofit/>
          </a:bodyPr>
          <a:lstStyle/>
          <a:p>
            <a:r>
              <a:rPr lang="en-US" sz="1800">
                <a:solidFill>
                  <a:srgbClr val="1F1F1F"/>
                </a:solidFill>
                <a:latin typeface="Arial"/>
                <a:ea typeface="Arial"/>
              </a:rPr>
              <a:t>Advance and verify</a:t>
            </a:r>
          </a:p>
        </p:txBody>
      </p:sp>
      <p:pic>
        <p:nvPicPr>
          <p:cNvPr id="100014" name="S06.Pause.Illustration" descr="Illustrative global-pause coordination: receive barriers stabilize FPGA B at cycle 41 and FPGA A at 42; Host configures target 43, releases B before A, and verifies both stopped at cycle 43."/>
          <p:cNvPicPr>
            <a:picLocks noChangeAspect="1"/>
          </p:cNvPicPr>
          <p:nvPr/>
        </p:nvPicPr>
        <p:blipFill>
          <a:blip xmlns:r="http://schemas.openxmlformats.org/officeDocument/2006/relationships" r:embed="R2ab8bed9cb7e4c8b"/>
          <a:stretch>
            <a:fillRect/>
          </a:stretch>
        </p:blipFill>
        <p:spPr>
          <a:xfrm>
            <a:off x="4114800" y="1512173"/>
            <a:ext cx="7754112" cy="4364007"/>
          </a:xfrm>
          <a:prstGeom prst="rect">
            <a:avLst/>
          </a:prstGeom>
        </p:spPr>
      </p:pic>
      <p:sp>
        <p:nvSpPr>
          <p:cNvPr id="100015" name="S06.PageNumber"/>
          <p:cNvSpPr txBox="1"/>
          <p:nvPr/>
        </p:nvSpPr>
        <p:spPr>
          <a:xfrm>
            <a:off x="11631168" y="6629400"/>
            <a:ext cx="228600" cy="182880"/>
          </a:xfrm>
          <a:prstGeom prst="rect">
            <a:avLst/>
          </a:prstGeom>
          <a:noFill/>
          <a:ln>
            <a:noFill/>
          </a:ln>
        </p:spPr>
        <p:txBody>
          <a:bodyPr lIns="0" tIns="0" rIns="0" bIns="0">
            <a:noAutofit/>
          </a:bodyPr>
          <a:lstStyle/>
          <a:p>
            <a:pPr algn="r"/>
            <a:r>
              <a:rPr lang="en-US" sz="1000">
                <a:solidFill>
                  <a:srgbClr val="898989"/>
                </a:solidFill>
                <a:latin typeface="Arial"/>
                <a:ea typeface="Arial"/>
              </a:rPr>
              <a:t>6</a:t>
            </a:r>
          </a:p>
        </p:txBody>
      </p:sp>
      <p:sp>
        <p:nvSpPr>
          <p:cNvPr id="100016" name="S06.Execution.Reduction"/>
          <p:cNvSpPr txBox="1"/>
          <p:nvPr/>
        </p:nvSpPr>
        <p:spPr>
          <a:xfrm>
            <a:off x="406556" y="3163824"/>
            <a:ext cx="3552795" cy="548640"/>
          </a:xfrm>
          <a:prstGeom prst="rect">
            <a:avLst/>
          </a:prstGeom>
          <a:noFill/>
          <a:ln>
            <a:noFill/>
          </a:ln>
        </p:spPr>
        <p:txBody>
          <a:bodyPr lIns="0" tIns="0" rIns="0" bIns="0">
            <a:noAutofit/>
          </a:bodyPr>
          <a:lstStyle/>
          <a:p>
            <a:pPr marL="285750" indent="-285750">
              <a:buFont xmlns:a="http://schemas.openxmlformats.org/drawingml/2006/main" typeface="Arial" panose="020B0604020202020204" pitchFamily="34" charset="0"/>
              <a:buChar xmlns:a="http://schemas.openxmlformats.org/drawingml/2006/main" char="•"/>
              <a:defRPr>
                <a:solidFill>
                  <a:srgbClr val="1F1F1F"/>
                </a:solidFill>
              </a:defRPr>
            </a:pPr>
            <a:r>
              <a:rPr lang="en-US">
                <a:solidFill>
                  <a:srgbClr val="1F1F1F"/>
                </a:solidFill>
              </a:rPr>
              <a:t>Reduce once</a:t>
            </a:r>
            <a:r>
              <a:rPr lang="en-US">
                <a:solidFill>
                  <a:srgbClr val="1F1F1F"/>
                </a:solidFill>
              </a:rPr>
              <a:t xml:space="preserve"> </a:t>
            </a:r>
            <a:r>
              <a:rPr lang="en-US">
                <a:solidFill>
                  <a:srgbClr val="1F1F1F"/>
                </a:solidFill>
              </a:rPr>
              <a:t>data exchange  per cycle</a:t>
            </a:r>
          </a:p>
        </p:txBody>
      </p:sp>
      <p:sp>
        <p:nvSpPr>
          <p:cNvPr id="100017" name="S06.Reference1"/>
          <p:cNvSpPr txBox="1"/>
          <p:nvPr/>
        </p:nvSpPr>
        <p:spPr>
          <a:xfrm>
            <a:off x="365760" y="6455664"/>
            <a:ext cx="11109960" cy="256032"/>
          </a:xfrm>
          <a:prstGeom prst="rect">
            <a:avLst/>
          </a:prstGeom>
          <a:noFill/>
          <a:ln>
            <a:noFill/>
          </a:ln>
        </p:spPr>
        <p:txBody>
          <a:bodyPr lIns="0" tIns="0" rIns="0" bIns="0">
            <a:noAutofit/>
          </a:bodyPr>
          <a:lstStyle/>
          <a:p>
            <a:r>
              <a:rPr lang="en-US" sz="1000">
                <a:solidFill>
                  <a:srgbClr val="898989"/>
                </a:solidFill>
                <a:latin typeface="Arial"/>
                <a:ea typeface="Arial"/>
              </a:rPr>
              <a:t>[1] G. Zhu. Cross-Node Deployment of Digital Logic Design for FPGA Cloud. Master's thesis, ShanghaiTech University, 2024.</a:t>
            </a:r>
          </a:p>
        </p:txBody>
      </p:sp>
    </p:spTree>
  </p:cSld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C00000"/>
      </a:accent1>
      <a:accent2>
        <a:srgbClr val="70AD47"/>
      </a:accent2>
      <a:accent3>
        <a:srgbClr val="ED7D31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Arial"/>
        <a:ea typeface=""/>
        <a:cs typeface=""/>
      </a:majorFont>
      <a:minorFont>
        <a:latin typeface="Arial"/>
        <a:ea typeface=""/>
        <a:cs typeface=""/>
      </a:minorFont>
    </a:fontScheme>
    <a:fmtScheme name="Office">
      <a:fillStyleLst>
        <a:solidFill>
          <a:schemeClr val="phClr"/>
        </a:solidFill>
        <a:solidFill>
          <a:schemeClr val="phClr"/>
        </a:solidFill>
        <a:solidFill>
          <a:schemeClr val="phClr"/>
        </a:solidFill>
      </a:fillStyleLst>
      <a:lnStyleLst>
        <a:ln w="6350" cap="flat">
          <a:solidFill>
            <a:schemeClr val="phClr"/>
          </a:solidFill>
        </a:ln>
        <a:ln w="12700" cap="flat">
          <a:solidFill>
            <a:schemeClr val="phClr"/>
          </a:solidFill>
        </a:ln>
        <a:ln w="19050" cap="flat">
          <a:solidFill>
            <a:schemeClr val="phClr"/>
          </a:solidFill>
        </a:ln>
      </a:lnStyleLst>
      <a:effectStyleLst>
        <a:effectStyle>
          <a:effectLst/>
        </a:effectStyle>
        <a:effectStyle>
          <a:effectLst/>
        </a:effectStyle>
        <a:effectStyle>
          <a:effectLst/>
        </a:effectStyle>
      </a:effectStyleLst>
      <a:bgFillStyleLst>
        <a:solidFill>
          <a:schemeClr val="phClr"/>
        </a:solidFill>
        <a:solidFill>
          <a:schemeClr val="phClr"/>
        </a:solidFill>
        <a:solidFill>
          <a:schemeClr val="phClr"/>
        </a:solidFill>
      </a:bgFillStyleLst>
    </a:fmtScheme>
  </a:themeElements>
</a:theme>
</file>

<file path=docProps/app.xml><?xml version="1.0" encoding="utf-8"?>
<ap:Properties xmlns:ap="http://schemas.openxmlformats.org/officeDocument/2006/extended-properties">
  <ap:Application>OfficeCLI/1.0.159</ap:Application>
</ap:Properties>
</file>

<file path=docProps/core.xml><?xml version="1.0" encoding="utf-8"?>
<coreProperties xmlns:dc="http://purl.org/dc/elements/1.1/" xmlns:dcterms="http://purl.org/dc/terms/" xmlns:xsi="http://www.w3.org/2001/XMLSchema-instance" xmlns="http://schemas.openxmlformats.org/package/2006/metadata/core-properties">
  <dc:creator>OfficeCLI</dc:creator>
  <dcterms:created xsi:type="dcterms:W3CDTF">2026-10-29T09:27:42.0000000Z</dcterms:created>
  <lastModifiedBy>OfficeCLI</lastModifiedBy>
  <dcterms:modified xsi:type="dcterms:W3CDTF">2026-10-29T09:27:42.8065030Z</dcterms:modified>
</coreProperties>
</file>

<file path=docProps/custom.xml><?xml version="1.0" encoding="utf-8"?>
<op:Properties xmlns:op="http://schemas.openxmlformats.org/officeDocument/2006/custom-properties">
  <op:property fmtid="{D5CDD505-2E9C-101B-9397-08002B2CF9AE}" pid="2" name="OfficeCLI.Version">
    <vt:lpwstr xmlns:vt="http://schemas.openxmlformats.org/officeDocument/2006/docPropsVTypes">1.0.159</vt:lpwstr>
  </op:property>
  <op:property fmtid="{D5CDD505-2E9C-101B-9397-08002B2CF9AE}" pid="3" name="OfficeCLI.LastModified">
    <vt:lpwstr xmlns:vt="http://schemas.openxmlformats.org/officeDocument/2006/docPropsVTypes">2026-10-29T09:27:45Z</vt:lpwstr>
  </op:property>
</op:Properties>
</file>