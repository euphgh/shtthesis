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9b112f110974e8b" /><Relationship Type="http://schemas.openxmlformats.org/package/2006/relationships/metadata/core-properties" Target="/docProps/core.xml" Id="R56e9e14ac58d40b9" /><Relationship Type="http://schemas.openxmlformats.org/officeDocument/2006/relationships/extended-properties" Target="/docProps/app.xml" Id="R0e355e1900fa4e7d" /><Relationship Type="http://schemas.openxmlformats.org/officeDocument/2006/relationships/custom-properties" Target="/docProps/custom.xml" Id="Radbd0837fdae4fc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661ba8767b84bb2"/>
  </p:notesMasterIdLst>
  <p:sldIdLst>
    <p:sldId id="256" r:id="R104014dbd06f42e4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04014dbd06f42e4" /><Relationship Type="http://schemas.openxmlformats.org/officeDocument/2006/relationships/notesMaster" Target="/ppt/notesMasters/notesMaster1.xml" Id="R4661ba8767b84b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66d1d62aaf9499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1521a3668a64549" /><Relationship Type="http://schemas.openxmlformats.org/officeDocument/2006/relationships/slide" Target="/ppt/slides/slide1.xml" Id="R89b0648b41074e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author's revised plan contains three items: Fabric board-level integration and validation followed by a four-FPGA system; execution and communication overhead analysis on that system; consolidation of results and thesis writing. These are future work. The separate partitioning-optimization item and interrupt-driven-control sentence were removed in the author's 2026-10-29 revision.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9ace719824a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9e726a1dd4c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0f96504c5d45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ff7b4364a48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372cab78f1495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6ffb487ccd54a8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3755ce4484dc3" /><Relationship Type="http://schemas.openxmlformats.org/officeDocument/2006/relationships/notesSlide" Target="/ppt/notesSlides/notesSlide1.xml" Id="R68ad76b030784296" /></Relationships>
</file>

<file path=ppt/slides/slide1.xml><?xml version="1.0" encoding="utf-8"?>
<p:sld xmlns:a="http://schemas.openxmlformats.org/drawingml/2006/main" xmlns:p="http://schemas.openxmlformats.org/presentationml/2006/main">
  <p:cSld xmlns:a="http://schemas.openxmlformats.org/drawingml/2006/main" xmlns:p="http://schemas.openxmlformats.org/presentationml/2006/mai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11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</a:pPr>
            <a:r>
              <a:rPr lang="en-US" sz="3200" b="1">
                <a:solidFill>
                  <a:srgbClr val="183B56"/>
                </a:solidFill>
                <a:latin typeface="Arial"/>
                <a:ea typeface="Arial"/>
              </a:rPr>
              <a:t>11. Future Work</a:t>
            </a:r>
          </a:p>
        </p:txBody>
      </p:sp>
      <p:sp>
        <p:nvSpPr>
          <p:cNvPr id="100000" name="S11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11.Item1.Number"/>
          <p:cNvSpPr txBox="1"/>
          <p:nvPr/>
        </p:nvSpPr>
        <p:spPr>
          <a:xfrm>
            <a:off x="438912" y="124358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1.</a:t>
            </a:r>
          </a:p>
        </p:txBody>
      </p:sp>
      <p:sp>
        <p:nvSpPr>
          <p:cNvPr id="100002" name="S11.Item1.Heading"/>
          <p:cNvSpPr txBox="1"/>
          <p:nvPr/>
        </p:nvSpPr>
        <p:spPr>
          <a:xfrm>
            <a:off x="914400" y="124358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Fabric Deployment &amp;</a:t>
            </a:r>
          </a:p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Four-FPGA Integration</a:t>
            </a:r>
          </a:p>
        </p:txBody>
      </p:sp>
      <p:sp>
        <p:nvSpPr>
          <p:cNvPr id="100003" name="S11.Item1.Body"/>
          <p:cNvSpPr txBox="1"/>
          <p:nvPr/>
        </p:nvSpPr>
        <p:spPr>
          <a:xfrm>
            <a:off x="5074920" y="1225296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Complete board-level Fabric integration and validation.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Build a four-FPGA emulation system.</a:t>
            </a:r>
          </a:p>
        </p:txBody>
      </p:sp>
      <p:sp>
        <p:nvSpPr>
          <p:cNvPr id="100004" name="S11.Item1.Separator"/>
          <p:cNvSpPr/>
          <p:nvPr/>
        </p:nvSpPr>
        <p:spPr>
          <a:xfrm>
            <a:off x="438912" y="2441448"/>
            <a:ext cx="11439144" cy="10973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11.Item2.Number"/>
          <p:cNvSpPr txBox="1"/>
          <p:nvPr/>
        </p:nvSpPr>
        <p:spPr>
          <a:xfrm>
            <a:off x="438912" y="270662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2.</a:t>
            </a:r>
          </a:p>
        </p:txBody>
      </p:sp>
      <p:sp>
        <p:nvSpPr>
          <p:cNvPr id="100006" name="S11.Item2.Heading"/>
          <p:cNvSpPr txBox="1"/>
          <p:nvPr/>
        </p:nvSpPr>
        <p:spPr>
          <a:xfrm>
            <a:off x="914400" y="270662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Performance Analysis &amp;</a:t>
            </a:r>
          </a:p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Runtime Optimization</a:t>
            </a:r>
          </a:p>
        </p:txBody>
      </p:sp>
      <p:sp>
        <p:nvSpPr>
          <p:cNvPr id="100007" name="S11.Item2.Body"/>
          <p:cNvSpPr txBox="1"/>
          <p:nvPr/>
        </p:nvSpPr>
        <p:spPr>
          <a:xfrm>
            <a:off x="5074920" y="2688336"/>
            <a:ext cx="6803136" cy="6665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54A"/>
                </a:solidFill>
                <a:latin typeface="Arial"/>
                <a:ea typeface="Arial"/>
              </a:defRPr>
            </a:pPr>
            <a:r>
              <a:rPr sz="1800">
                <a:solidFill>
                  <a:srgbClr val="20354A"/>
                </a:solidFill>
                <a:latin typeface="Arial"/>
              </a:rPr>
              <a:t>Analyze execution and communication overheads on four FPGAs.</a:t>
            </a:r>
          </a:p>
        </p:txBody>
      </p:sp>
      <p:sp>
        <p:nvSpPr>
          <p:cNvPr id="100012" name="S11.Item3.Separator"/>
          <p:cNvSpPr/>
          <p:nvPr/>
        </p:nvSpPr>
        <p:spPr>
          <a:xfrm>
            <a:off x="438912" y="3609067"/>
            <a:ext cx="11439144" cy="10973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3" name="S11.Item4.Number"/>
          <p:cNvSpPr txBox="1"/>
          <p:nvPr/>
        </p:nvSpPr>
        <p:spPr>
          <a:xfrm>
            <a:off x="438912" y="3892531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200" b="1">
                <a:solidFill>
                  <a:srgbClr val="008C95"/>
                </a:solidFill>
                <a:latin typeface="Arial"/>
                <a:ea typeface="Arial"/>
              </a:defRPr>
            </a:pPr>
            <a:r>
              <a:rPr sz="2200" b="1">
                <a:solidFill>
                  <a:srgbClr val="008C95"/>
                </a:solidFill>
                <a:latin typeface="Arial"/>
              </a:rPr>
              <a:t>3.</a:t>
            </a:r>
          </a:p>
        </p:txBody>
      </p:sp>
      <p:sp>
        <p:nvSpPr>
          <p:cNvPr id="100014" name="S11.Item4.Heading"/>
          <p:cNvSpPr txBox="1"/>
          <p:nvPr/>
        </p:nvSpPr>
        <p:spPr>
          <a:xfrm>
            <a:off x="914400" y="3892531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Thesis Writing</a:t>
            </a:r>
          </a:p>
        </p:txBody>
      </p:sp>
      <p:sp>
        <p:nvSpPr>
          <p:cNvPr id="100015" name="S11.Item4.Body"/>
          <p:cNvSpPr txBox="1"/>
          <p:nvPr/>
        </p:nvSpPr>
        <p:spPr>
          <a:xfrm>
            <a:off x="5074920" y="3874243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Consolidate experimental results and complete the thesis.</a:t>
            </a:r>
          </a:p>
        </p:txBody>
      </p:sp>
      <p:sp>
        <p:nvSpPr>
          <p:cNvPr id="100016" name="S11.PageNumber"/>
          <p:cNvSpPr txBox="1"/>
          <p:nvPr/>
        </p:nvSpPr>
        <p:spPr>
          <a:xfrm>
            <a:off x="11548872" y="6629400"/>
            <a:ext cx="310896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11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2026-10-29T08:01:21.0000000Z</dcterms:created>
  <lastModifiedBy>OfficeCLI</lastModifiedBy>
  <dcterms:modified xsi:type="dcterms:W3CDTF">2026-10-29T08:01:22.1785125Z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2026-10-29T08:01:24Z</vt:lpwstr>
  </op:property>
</op:Properties>
</file>