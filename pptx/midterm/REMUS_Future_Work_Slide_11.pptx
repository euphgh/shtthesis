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0bc5149151e486d" /><Relationship Type="http://schemas.openxmlformats.org/package/2006/relationships/metadata/core-properties" Target="/docProps/core.xml" Id="R419ab04f133146e2" /><Relationship Type="http://schemas.openxmlformats.org/officeDocument/2006/relationships/extended-properties" Target="/docProps/app.xml" Id="Rcd48c2fda0194feb" /><Relationship Type="http://schemas.openxmlformats.org/officeDocument/2006/relationships/custom-properties" Target="/docProps/custom.xml" Id="R5c71104e3bf845b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b4bca749993a4adf"/>
  </p:notesMasterIdLst>
  <p:sldIdLst>
    <p:sldId id="256" r:id="R442bcd70bde04909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442bcd70bde04909" /><Relationship Type="http://schemas.openxmlformats.org/officeDocument/2006/relationships/notesMaster" Target="/ppt/notesMasters/notesMaster1.xml" Id="Rb4bca749993a4a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a3203c993f74e47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00000"/>
      </a:accent1>
      <a:accent2>
        <a:srgbClr val="70AD47"/>
      </a:accent2>
      <a:accent3>
        <a:srgbClr val="ED7D31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8a786e9e5f542f8" /><Relationship Type="http://schemas.openxmlformats.org/officeDocument/2006/relationships/slide" Target="/ppt/slides/slide1.xml" Id="R0bb5546d4ff848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author's revised plan contains three items: Fabric board-level integration and validation followed by a four-FPGA system; execution and communication overhead analysis on that system; consolidation of results and thesis writing. These are future work. The separate partitioning-optimization item and interrupt-driven-control sentence were removed in the author's 2026-10-29 revision.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9abb38ed674e2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0f32e43dfb4a6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29b7d03f4a454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b68b2bdc03481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0c94506c364d75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78476dd33b8f4604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d86f570bcc4f3e" /><Relationship Type="http://schemas.openxmlformats.org/officeDocument/2006/relationships/notesSlide" Target="/ppt/notesSlides/notesSlide1.xml" Id="Reb94d75b87b4446e" /></Relationships>
</file>

<file path=ppt/slides/slide1.xml><?xml version="1.0" encoding="utf-8"?>
<p:sld xmlns:a="http://schemas.openxmlformats.org/drawingml/2006/main" xmlns:p="http://schemas.openxmlformats.org/presentationml/2006/main">
  <p:cSld xmlns:a="http://schemas.openxmlformats.org/drawingml/2006/main" xmlns:p="http://schemas.openxmlformats.org/presentationml/2006/mai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11.Title"/>
          <p:cNvSpPr/>
          <p:nvPr>
            <p:ph type="title"/>
          </p:nvPr>
        </p:nvSpPr>
        <p:spPr>
          <a:xfrm xmlns:a="http://schemas.openxmlformats.org/drawingml/2006/main">
            <a:off x="320040" y="128016"/>
            <a:ext cx="11558016" cy="493776"/>
          </a:xfrm>
          <a:noFill/>
          <a:ln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</a:pPr>
            <a:r>
              <a:rPr lang="en-US" sz="3200" b="1">
                <a:solidFill>
                  <a:srgbClr val="C00000"/>
                </a:solidFill>
                <a:latin typeface="Arial"/>
                <a:ea typeface="Arial"/>
              </a:rPr>
              <a:t>11. Future Work</a:t>
            </a:r>
          </a:p>
        </p:txBody>
      </p:sp>
      <p:sp>
        <p:nvSpPr>
          <p:cNvPr id="100000" name="S11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C55A11"/>
          </a:solidFill>
          <a:ln>
            <a:solidFill>
              <a:srgbClr val="C55A11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C55A11"/>
              </a:solidFill>
              <a:latin typeface="Arial"/>
              <a:ea typeface="Arial"/>
            </a:endParaRPr>
          </a:p>
        </p:txBody>
      </p:sp>
      <p:sp>
        <p:nvSpPr>
          <p:cNvPr id="100001" name="S11.Item1.Number"/>
          <p:cNvSpPr txBox="1"/>
          <p:nvPr/>
        </p:nvSpPr>
        <p:spPr>
          <a:xfrm>
            <a:off x="438912" y="1243584"/>
            <a:ext cx="34747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70AD47"/>
                </a:solidFill>
                <a:latin typeface="Arial"/>
                <a:ea typeface="Arial"/>
              </a:rPr>
              <a:t>1.</a:t>
            </a:r>
          </a:p>
        </p:txBody>
      </p:sp>
      <p:sp>
        <p:nvSpPr>
          <p:cNvPr id="100002" name="S11.Item1.Heading"/>
          <p:cNvSpPr txBox="1"/>
          <p:nvPr/>
        </p:nvSpPr>
        <p:spPr>
          <a:xfrm>
            <a:off x="914400" y="1243584"/>
            <a:ext cx="4005072" cy="84124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333333"/>
                </a:solidFill>
                <a:latin typeface="Arial"/>
                <a:ea typeface="Arial"/>
              </a:rPr>
              <a:t>Fabric Deployment &amp;</a:t>
            </a:r>
          </a:p>
          <a:p>
            <a:r>
              <a:rPr lang="en-US" sz="2200" b="1">
                <a:solidFill>
                  <a:srgbClr val="333333"/>
                </a:solidFill>
                <a:latin typeface="Arial"/>
                <a:ea typeface="Arial"/>
              </a:rPr>
              <a:t>Four-FPGA Integration</a:t>
            </a:r>
          </a:p>
        </p:txBody>
      </p:sp>
      <p:sp>
        <p:nvSpPr>
          <p:cNvPr id="100003" name="S11.Item1.Body"/>
          <p:cNvSpPr txBox="1"/>
          <p:nvPr/>
        </p:nvSpPr>
        <p:spPr>
          <a:xfrm>
            <a:off x="5074920" y="1225296"/>
            <a:ext cx="6803136" cy="102412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>
                <a:solidFill>
                  <a:srgbClr val="1F1F1F"/>
                </a:solidFill>
                <a:latin typeface="Arial"/>
                <a:ea typeface="Arial"/>
              </a:rPr>
              <a:t>Complete board-level Fabric integration and validation.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>
                <a:solidFill>
                  <a:srgbClr val="1F1F1F"/>
                </a:solidFill>
                <a:latin typeface="Arial"/>
                <a:ea typeface="Arial"/>
              </a:rPr>
              <a:t>Build a four-FPGA emulation system.</a:t>
            </a:r>
          </a:p>
        </p:txBody>
      </p:sp>
      <p:sp>
        <p:nvSpPr>
          <p:cNvPr id="100004" name="S11.Item1.Separator"/>
          <p:cNvSpPr/>
          <p:nvPr/>
        </p:nvSpPr>
        <p:spPr>
          <a:xfrm>
            <a:off x="438912" y="2441448"/>
            <a:ext cx="11439144" cy="10973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05" name="S11.Item2.Number"/>
          <p:cNvSpPr txBox="1"/>
          <p:nvPr/>
        </p:nvSpPr>
        <p:spPr>
          <a:xfrm>
            <a:off x="438912" y="2706624"/>
            <a:ext cx="34747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70AD47"/>
                </a:solidFill>
                <a:latin typeface="Arial"/>
                <a:ea typeface="Arial"/>
              </a:rPr>
              <a:t>2.</a:t>
            </a:r>
          </a:p>
        </p:txBody>
      </p:sp>
      <p:sp>
        <p:nvSpPr>
          <p:cNvPr id="100006" name="S11.Item2.Heading"/>
          <p:cNvSpPr txBox="1"/>
          <p:nvPr/>
        </p:nvSpPr>
        <p:spPr>
          <a:xfrm>
            <a:off x="914400" y="2706624"/>
            <a:ext cx="4005072" cy="84124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333333"/>
                </a:solidFill>
                <a:latin typeface="Arial"/>
                <a:ea typeface="Arial"/>
              </a:rPr>
              <a:t>Performance Analysis &amp;</a:t>
            </a:r>
          </a:p>
          <a:p>
            <a:r>
              <a:rPr lang="en-US" sz="2200" b="1">
                <a:solidFill>
                  <a:srgbClr val="333333"/>
                </a:solidFill>
                <a:latin typeface="Arial"/>
                <a:ea typeface="Arial"/>
              </a:rPr>
              <a:t>Runtime Optimization</a:t>
            </a:r>
          </a:p>
        </p:txBody>
      </p:sp>
      <p:sp>
        <p:nvSpPr>
          <p:cNvPr id="100007" name="S11.Item2.Body"/>
          <p:cNvSpPr txBox="1"/>
          <p:nvPr/>
        </p:nvSpPr>
        <p:spPr>
          <a:xfrm>
            <a:off x="5074920" y="2688336"/>
            <a:ext cx="6803136" cy="66652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F1F1F"/>
                </a:solidFill>
                <a:latin typeface="Arial"/>
                <a:ea typeface="Arial"/>
              </a:defRPr>
            </a:pPr>
            <a:r>
              <a:rPr sz="1800">
                <a:solidFill>
                  <a:srgbClr val="1F1F1F"/>
                </a:solidFill>
                <a:latin typeface="Arial"/>
              </a:rPr>
              <a:t>Analyze execution and communication overheads on four FPGAs.</a:t>
            </a:r>
          </a:p>
        </p:txBody>
      </p:sp>
      <p:sp>
        <p:nvSpPr>
          <p:cNvPr id="100012" name="S11.Item3.Separator"/>
          <p:cNvSpPr/>
          <p:nvPr/>
        </p:nvSpPr>
        <p:spPr>
          <a:xfrm>
            <a:off x="438912" y="3609067"/>
            <a:ext cx="11439144" cy="10973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3" name="S11.Item4.Number"/>
          <p:cNvSpPr txBox="1"/>
          <p:nvPr/>
        </p:nvSpPr>
        <p:spPr>
          <a:xfrm>
            <a:off x="438912" y="3892531"/>
            <a:ext cx="34747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200" b="1">
                <a:solidFill>
                  <a:srgbClr val="70AD47"/>
                </a:solidFill>
                <a:latin typeface="Arial"/>
                <a:ea typeface="Arial"/>
              </a:defRPr>
            </a:pPr>
            <a:r>
              <a:rPr sz="2200" b="1">
                <a:solidFill>
                  <a:srgbClr val="70AD47"/>
                </a:solidFill>
                <a:latin typeface="Arial"/>
              </a:rPr>
              <a:t>3.</a:t>
            </a:r>
          </a:p>
        </p:txBody>
      </p:sp>
      <p:sp>
        <p:nvSpPr>
          <p:cNvPr id="100014" name="S11.Item4.Heading"/>
          <p:cNvSpPr txBox="1"/>
          <p:nvPr/>
        </p:nvSpPr>
        <p:spPr>
          <a:xfrm>
            <a:off x="914400" y="3892531"/>
            <a:ext cx="4005072" cy="84124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333333"/>
                </a:solidFill>
                <a:latin typeface="Arial"/>
                <a:ea typeface="Arial"/>
              </a:rPr>
              <a:t>Thesis Writing</a:t>
            </a:r>
          </a:p>
        </p:txBody>
      </p:sp>
      <p:sp>
        <p:nvSpPr>
          <p:cNvPr id="100015" name="S11.Item4.Body"/>
          <p:cNvSpPr txBox="1"/>
          <p:nvPr/>
        </p:nvSpPr>
        <p:spPr>
          <a:xfrm>
            <a:off x="5074920" y="3874243"/>
            <a:ext cx="6803136" cy="102412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>
                <a:solidFill>
                  <a:srgbClr val="1F1F1F"/>
                </a:solidFill>
                <a:latin typeface="Arial"/>
                <a:ea typeface="Arial"/>
              </a:rPr>
              <a:t>Consolidate experimental results and complete the thesis.</a:t>
            </a:r>
          </a:p>
        </p:txBody>
      </p:sp>
      <p:sp>
        <p:nvSpPr>
          <p:cNvPr id="100016" name="S11.PageNumber"/>
          <p:cNvSpPr txBox="1"/>
          <p:nvPr/>
        </p:nvSpPr>
        <p:spPr>
          <a:xfrm>
            <a:off x="11548872" y="6629400"/>
            <a:ext cx="310896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898989"/>
                </a:solidFill>
                <a:latin typeface="Arial"/>
                <a:ea typeface="Arial"/>
              </a:rPr>
              <a:t>11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00000"/>
      </a:accent1>
      <a:accent2>
        <a:srgbClr val="70AD47"/>
      </a:accent2>
      <a:accent3>
        <a:srgbClr val="ED7D31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OfficeCLI/1.0.159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2026-10-29T09:28:15.0000000Z</dcterms:created>
  <lastModifiedBy>OfficeCLI</lastModifiedBy>
  <dcterms:modified xsi:type="dcterms:W3CDTF">2026-10-29T09:28:16.2351750Z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1.0.159</vt:lpwstr>
  </op:property>
  <op:property fmtid="{D5CDD505-2E9C-101B-9397-08002B2CF9AE}" pid="3" name="OfficeCLI.LastModified">
    <vt:lpwstr xmlns:vt="http://schemas.openxmlformats.org/officeDocument/2006/docPropsVTypes">2026-10-29T09:28:18Z</vt:lpwstr>
  </op:property>
</op:Properties>
</file>