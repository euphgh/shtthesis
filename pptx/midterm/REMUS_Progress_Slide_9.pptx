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f46c8102f514b2d" /><Relationship Type="http://schemas.openxmlformats.org/package/2006/relationships/metadata/core-properties" Target="/docProps/core.xml" Id="R458e743392944ca1" /><Relationship Type="http://schemas.openxmlformats.org/officeDocument/2006/relationships/extended-properties" Target="/docProps/app.xml" Id="R63bc1ae4a9084c5c" /><Relationship Type="http://schemas.openxmlformats.org/officeDocument/2006/relationships/custom-properties" Target="/docProps/custom.xml" Id="Rd512759abbaa493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2e1fdc57bbf41fd"/>
  </p:notesMasterIdLst>
  <p:sldIdLst>
    <p:sldId id="256" r:id="R31609c0de12e48f8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1609c0de12e48f8" /><Relationship Type="http://schemas.openxmlformats.org/officeDocument/2006/relationships/notesMaster" Target="/ppt/notesMasters/notesMaster1.xml" Id="R72e1fdc57bbf41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7be5707904b4c4e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7acd73822b74859" /><Relationship Type="http://schemas.openxmlformats.org/officeDocument/2006/relationships/slide" Target="/ppt/slides/slide1.xml" Id="R275879e5f3d243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Runtime operations such as global pause and state management require Host access to each FPGA's registers and memory. The baseline dual-board prototype uses a separate PCIe connection to each FPGA. Fabric provides a shared Host entry through the Ref node and carries resource requests over inter-FPGA links. Ref also retains its local DUT and resources. The diagrams illustrate architecture; three nodes and chain links do not claim a validated three-FPGA deployment. Access bandwidth is shared at Ref, and supported scale still depends on links and implementation constraints. Fabric components and the Driver backend are implemented; the dual-node Cosim environment is established. Current documented evidence does not establish complete end-to-end or Fabric board-level validation. At the user's request, these status lines and the illustrative-topology caption are omitted from the visible slide, not converted into success claims. Sources: src/midterm/progress/runtime.tex; ../docs/source/project-notes/fabric/status.md. Design reference: figure/presentation-reference/midterm-runtime-09-v1.png. All visible text, diagrams, and arrows are native editable PowerPoint elements.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0abcae021540a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c988d7c9204b8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d8cc52ba2471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6b291269d467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4531e2226140d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104c2893c844452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accb2c3f1540fa" /><Relationship Type="http://schemas.openxmlformats.org/officeDocument/2006/relationships/notesSlide" Target="/ppt/notesSlides/notesSlide1.xml" Id="R6d9d2fb35e2644da" /></Relationships>
</file>

<file path=ppt/slides/slide1.xml><?xml version="1.0" encoding="utf-8"?>
<p:sld xmlns:a="http://schemas.openxmlformats.org/drawingml/2006/main" xmlns:p="http://schemas.openxmlformats.org/presentationml/2006/main">
  <p:cSld xmlns:a="http://schemas.openxmlformats.org/drawingml/2006/main" xmlns:p="http://schemas.openxmlformats.org/presentationml/2006/mai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9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>
            <a:pPr algn="l">
              <a:lnSpc>
                <a:spcPct val="90000"/>
              </a:lnSpc>
              <a:defRPr sz="3000" b="1">
                <a:solidFill>
                  <a:srgbClr val="C00000"/>
                </a:solidFill>
                <a:latin typeface="Arial"/>
                <a:ea typeface="Arial"/>
              </a:defRPr>
            </a:pPr>
            <a:r>
              <a:rPr lang="en-US" sz="3000" b="1">
                <a:solidFill>
                  <a:srgbClr val="C00000"/>
                </a:solidFill>
              </a:rPr>
              <a:t xml:space="preserve">Progress4: Scalable </a:t>
            </a:r>
            <a:r>
              <a:rPr lang="en-US" sz="3000" b="1">
                <a:solidFill>
                  <a:srgbClr val="C00000"/>
                </a:solidFill>
                <a:latin typeface="Arial"/>
              </a:rPr>
              <a:t>Multi-FPGA Runtime</a:t>
            </a:r>
          </a:p>
        </p:txBody>
      </p:sp>
      <p:sp>
        <p:nvSpPr>
          <p:cNvPr id="100000" name="S09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C55A11"/>
          </a:solidFill>
          <a:ln>
            <a:solidFill>
              <a:srgbClr val="C55A11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C55A11"/>
              </a:solidFill>
              <a:latin typeface="Arial"/>
              <a:ea typeface="Arial"/>
            </a:endParaRPr>
          </a:p>
        </p:txBody>
      </p:sp>
      <p:sp>
        <p:nvSpPr>
          <p:cNvPr id="100001" name="S09.Direct.Panel"/>
          <p:cNvSpPr/>
          <p:nvPr/>
        </p:nvSpPr>
        <p:spPr>
          <a:xfrm>
            <a:off x="320040" y="987552"/>
            <a:ext cx="5596128" cy="361188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2" name="S09.Direct.Heading"/>
          <p:cNvSpPr txBox="1"/>
          <p:nvPr/>
        </p:nvSpPr>
        <p:spPr>
          <a:xfrm>
            <a:off x="484632" y="1124712"/>
            <a:ext cx="5266944" cy="4114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333333"/>
                </a:solidFill>
                <a:latin typeface="Arial"/>
                <a:ea typeface="Arial"/>
              </a:rPr>
              <a:t>Direct PCIe Access</a:t>
            </a:r>
          </a:p>
        </p:txBody>
      </p:sp>
      <p:sp>
        <p:nvSpPr>
          <p:cNvPr id="100003" name="S09.Direct.Host"/>
          <p:cNvSpPr txBox="1"/>
          <p:nvPr/>
        </p:nvSpPr>
        <p:spPr>
          <a:xfrm>
            <a:off x="502920" y="1719072"/>
            <a:ext cx="5230368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400" b="1">
                <a:solidFill>
                  <a:srgbClr val="333333"/>
                </a:solidFill>
                <a:latin typeface="Arial"/>
                <a:ea typeface="Arial"/>
              </a:rPr>
              <a:t>Host</a:t>
            </a:r>
          </a:p>
        </p:txBody>
      </p:sp>
      <p:sp>
        <p:nvSpPr>
          <p:cNvPr id="100004" name="S09.Direct.Node0"/>
          <p:cNvSpPr/>
          <p:nvPr/>
        </p:nvSpPr>
        <p:spPr>
          <a:xfrm>
            <a:off x="484632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5" name="S09.Direct.Node0.Label"/>
          <p:cNvSpPr txBox="1"/>
          <p:nvPr/>
        </p:nvSpPr>
        <p:spPr>
          <a:xfrm>
            <a:off x="521208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FPGA A</a:t>
            </a:r>
          </a:p>
        </p:txBody>
      </p:sp>
      <p:sp>
        <p:nvSpPr>
          <p:cNvPr id="100006" name="S09.Direct.Node0.Resources"/>
          <p:cNvSpPr txBox="1"/>
          <p:nvPr/>
        </p:nvSpPr>
        <p:spPr>
          <a:xfrm>
            <a:off x="576072" y="3621024"/>
            <a:ext cx="1225296" cy="475488"/>
          </a:xfrm>
          <a:prstGeom prst="rect">
            <a:avLst/>
          </a:prstGeom>
          <a:solidFill>
            <a:srgbClr val="F5F5F5"/>
          </a:solidFill>
          <a:ln w="8890">
            <a:solidFill>
              <a:srgbClr val="D1D1D1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07" name="S09.Direct.PCIe0"/>
          <p:cNvSpPr/>
          <p:nvPr/>
        </p:nvSpPr>
        <p:spPr>
          <a:xfrm>
            <a:off x="1120140" y="2331720"/>
            <a:ext cx="137160" cy="777240"/>
          </a:xfrm>
          <a:prstGeom prst="upDownArrow">
            <a:avLst/>
          </a:prstGeom>
          <a:solidFill>
            <a:srgbClr val="33333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08" name="S09.Direct.PCIe0.Label"/>
          <p:cNvSpPr txBox="1"/>
          <p:nvPr/>
        </p:nvSpPr>
        <p:spPr>
          <a:xfrm>
            <a:off x="1298448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333333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09" name="S09.Direct.Link0"/>
          <p:cNvSpPr/>
          <p:nvPr/>
        </p:nvSpPr>
        <p:spPr>
          <a:xfrm>
            <a:off x="1911096" y="3703320"/>
            <a:ext cx="484632" cy="137160"/>
          </a:xfrm>
          <a:prstGeom prst="leftRightArrow">
            <a:avLst/>
          </a:prstGeom>
          <a:solidFill>
            <a:srgbClr val="A0A0A0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0" name="S09.Direct.Node1"/>
          <p:cNvSpPr/>
          <p:nvPr/>
        </p:nvSpPr>
        <p:spPr>
          <a:xfrm>
            <a:off x="2414016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1" name="S09.Direct.Node1.Label"/>
          <p:cNvSpPr txBox="1"/>
          <p:nvPr/>
        </p:nvSpPr>
        <p:spPr>
          <a:xfrm>
            <a:off x="2450592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FPGA B</a:t>
            </a:r>
          </a:p>
        </p:txBody>
      </p:sp>
      <p:sp>
        <p:nvSpPr>
          <p:cNvPr id="100012" name="S09.Direct.Node1.Resources"/>
          <p:cNvSpPr txBox="1"/>
          <p:nvPr/>
        </p:nvSpPr>
        <p:spPr>
          <a:xfrm>
            <a:off x="2505456" y="3621024"/>
            <a:ext cx="1225296" cy="475488"/>
          </a:xfrm>
          <a:prstGeom prst="rect">
            <a:avLst/>
          </a:prstGeom>
          <a:solidFill>
            <a:srgbClr val="F5F5F5"/>
          </a:solidFill>
          <a:ln w="8890">
            <a:solidFill>
              <a:srgbClr val="D1D1D1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13" name="S09.Direct.PCIe1"/>
          <p:cNvSpPr/>
          <p:nvPr/>
        </p:nvSpPr>
        <p:spPr>
          <a:xfrm>
            <a:off x="3049524" y="2331720"/>
            <a:ext cx="137160" cy="777240"/>
          </a:xfrm>
          <a:prstGeom prst="upDownArrow">
            <a:avLst/>
          </a:prstGeom>
          <a:solidFill>
            <a:srgbClr val="33333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4" name="S09.Direct.PCIe1.Label"/>
          <p:cNvSpPr txBox="1"/>
          <p:nvPr/>
        </p:nvSpPr>
        <p:spPr>
          <a:xfrm>
            <a:off x="3227832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333333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15" name="S09.Direct.Link1"/>
          <p:cNvSpPr/>
          <p:nvPr/>
        </p:nvSpPr>
        <p:spPr>
          <a:xfrm>
            <a:off x="3840480" y="3703320"/>
            <a:ext cx="484632" cy="137160"/>
          </a:xfrm>
          <a:prstGeom prst="leftRightArrow">
            <a:avLst/>
          </a:prstGeom>
          <a:solidFill>
            <a:srgbClr val="A0A0A0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6" name="S09.Direct.Node2"/>
          <p:cNvSpPr/>
          <p:nvPr/>
        </p:nvSpPr>
        <p:spPr>
          <a:xfrm>
            <a:off x="4343400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17" name="S09.Direct.Node2.Label"/>
          <p:cNvSpPr txBox="1"/>
          <p:nvPr/>
        </p:nvSpPr>
        <p:spPr>
          <a:xfrm>
            <a:off x="4379976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FPGA C</a:t>
            </a:r>
          </a:p>
        </p:txBody>
      </p:sp>
      <p:sp>
        <p:nvSpPr>
          <p:cNvPr id="100018" name="S09.Direct.Node2.Resources"/>
          <p:cNvSpPr txBox="1"/>
          <p:nvPr/>
        </p:nvSpPr>
        <p:spPr>
          <a:xfrm>
            <a:off x="4434840" y="3621024"/>
            <a:ext cx="1225296" cy="475488"/>
          </a:xfrm>
          <a:prstGeom prst="rect">
            <a:avLst/>
          </a:prstGeom>
          <a:solidFill>
            <a:srgbClr val="F5F5F5"/>
          </a:solidFill>
          <a:ln w="8890">
            <a:solidFill>
              <a:srgbClr val="D1D1D1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19" name="S09.Direct.PCIe2"/>
          <p:cNvSpPr/>
          <p:nvPr/>
        </p:nvSpPr>
        <p:spPr>
          <a:xfrm>
            <a:off x="4978908" y="2331720"/>
            <a:ext cx="137160" cy="777240"/>
          </a:xfrm>
          <a:prstGeom prst="upDownArrow">
            <a:avLst/>
          </a:prstGeom>
          <a:solidFill>
            <a:srgbClr val="33333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0" name="S09.Direct.PCIe2.Label"/>
          <p:cNvSpPr txBox="1"/>
          <p:nvPr/>
        </p:nvSpPr>
        <p:spPr>
          <a:xfrm>
            <a:off x="5157216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333333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22" name="S09.Direct.Bullet0"/>
          <p:cNvSpPr/>
          <p:nvPr/>
        </p:nvSpPr>
        <p:spPr>
          <a:xfrm>
            <a:off x="374904" y="5084064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3" name="S09.Direct.Text0"/>
          <p:cNvSpPr txBox="1"/>
          <p:nvPr/>
        </p:nvSpPr>
        <p:spPr>
          <a:xfrm>
            <a:off x="649224" y="496519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1F1F1F"/>
                </a:solidFill>
                <a:latin typeface="Arial"/>
                <a:ea typeface="Arial"/>
              </a:rPr>
              <a:t>Separate Host connection per FPGA</a:t>
            </a:r>
          </a:p>
        </p:txBody>
      </p:sp>
      <p:sp>
        <p:nvSpPr>
          <p:cNvPr id="100024" name="S09.Direct.Bullet1"/>
          <p:cNvSpPr/>
          <p:nvPr/>
        </p:nvSpPr>
        <p:spPr>
          <a:xfrm>
            <a:off x="374904" y="5586984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5" name="S09.Direct.Text1"/>
          <p:cNvSpPr txBox="1"/>
          <p:nvPr/>
        </p:nvSpPr>
        <p:spPr>
          <a:xfrm>
            <a:off x="649224" y="5456237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1F1F1F"/>
                </a:solidFill>
                <a:latin typeface="Arial"/>
                <a:ea typeface="Arial"/>
              </a:rPr>
              <a:t>Limited by Host PCIe connectivity</a:t>
            </a:r>
          </a:p>
        </p:txBody>
      </p:sp>
      <p:sp>
        <p:nvSpPr>
          <p:cNvPr id="100026" name="S09.Fabric.Panel"/>
          <p:cNvSpPr/>
          <p:nvPr/>
        </p:nvSpPr>
        <p:spPr>
          <a:xfrm>
            <a:off x="6281928" y="987552"/>
            <a:ext cx="5596128" cy="3611880"/>
          </a:xfrm>
          <a:prstGeom prst="roundRect">
            <a:avLst>
              <a:gd name="adj" fmla="val 4000"/>
            </a:avLst>
          </a:prstGeom>
          <a:solidFill>
            <a:srgbClr val="F1F7EC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27" name="S09.Fabric.Heading"/>
          <p:cNvSpPr txBox="1"/>
          <p:nvPr/>
        </p:nvSpPr>
        <p:spPr>
          <a:xfrm>
            <a:off x="6446520" y="1124712"/>
            <a:ext cx="5266944" cy="4114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333333"/>
                </a:solidFill>
                <a:latin typeface="Arial"/>
                <a:ea typeface="Arial"/>
              </a:rPr>
              <a:t>Fabric-Based Access</a:t>
            </a:r>
          </a:p>
        </p:txBody>
      </p:sp>
      <p:sp>
        <p:nvSpPr>
          <p:cNvPr id="100028" name="S09.Fabric.Host"/>
          <p:cNvSpPr txBox="1"/>
          <p:nvPr/>
        </p:nvSpPr>
        <p:spPr>
          <a:xfrm>
            <a:off x="6464808" y="1719072"/>
            <a:ext cx="5230368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400" b="1">
                <a:solidFill>
                  <a:srgbClr val="333333"/>
                </a:solidFill>
                <a:latin typeface="Arial"/>
                <a:ea typeface="Arial"/>
              </a:rPr>
              <a:t>Host</a:t>
            </a:r>
          </a:p>
        </p:txBody>
      </p:sp>
      <p:sp>
        <p:nvSpPr>
          <p:cNvPr id="100029" name="S09.Fabric.Node0"/>
          <p:cNvSpPr/>
          <p:nvPr/>
        </p:nvSpPr>
        <p:spPr>
          <a:xfrm>
            <a:off x="6446520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70AD47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0" name="S09.Fabric.Node0.Label"/>
          <p:cNvSpPr txBox="1"/>
          <p:nvPr/>
        </p:nvSpPr>
        <p:spPr>
          <a:xfrm>
            <a:off x="6483096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70AD47"/>
                </a:solidFill>
                <a:latin typeface="Arial"/>
                <a:ea typeface="Arial"/>
              </a:rPr>
              <a:t>Ref FPGA</a:t>
            </a:r>
          </a:p>
        </p:txBody>
      </p:sp>
      <p:sp>
        <p:nvSpPr>
          <p:cNvPr id="100031" name="S09.Fabric.Node0.Resources"/>
          <p:cNvSpPr txBox="1"/>
          <p:nvPr/>
        </p:nvSpPr>
        <p:spPr>
          <a:xfrm>
            <a:off x="6537960" y="3621024"/>
            <a:ext cx="1225296" cy="475488"/>
          </a:xfrm>
          <a:prstGeom prst="rect">
            <a:avLst/>
          </a:prstGeom>
          <a:solidFill>
            <a:srgbClr val="F5F5F5"/>
          </a:solidFill>
          <a:ln w="8890">
            <a:solidFill>
              <a:srgbClr val="D1D1D1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32" name="S09.Fabric.PCIe0"/>
          <p:cNvSpPr/>
          <p:nvPr/>
        </p:nvSpPr>
        <p:spPr>
          <a:xfrm>
            <a:off x="7082028" y="2331720"/>
            <a:ext cx="137160" cy="777240"/>
          </a:xfrm>
          <a:prstGeom prst="upDownArrow">
            <a:avLst/>
          </a:prstGeom>
          <a:solidFill>
            <a:srgbClr val="33333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3" name="S09.Fabric.PCIe0.Label"/>
          <p:cNvSpPr txBox="1"/>
          <p:nvPr/>
        </p:nvSpPr>
        <p:spPr>
          <a:xfrm>
            <a:off x="7260336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333333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34" name="S09.Fabric.Link0"/>
          <p:cNvSpPr/>
          <p:nvPr/>
        </p:nvSpPr>
        <p:spPr>
          <a:xfrm>
            <a:off x="7872984" y="3703320"/>
            <a:ext cx="484632" cy="137160"/>
          </a:xfrm>
          <a:prstGeom prst="leftRightArrow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5" name="S09.Fabric.Link0.Label"/>
          <p:cNvSpPr txBox="1"/>
          <p:nvPr/>
        </p:nvSpPr>
        <p:spPr>
          <a:xfrm>
            <a:off x="7836408" y="3447288"/>
            <a:ext cx="557784" cy="21945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200" b="1">
                <a:solidFill>
                  <a:srgbClr val="70AD47"/>
                </a:solidFill>
                <a:latin typeface="Arial"/>
                <a:ea typeface="Arial"/>
              </a:rPr>
              <a:t>Fabric</a:t>
            </a:r>
          </a:p>
        </p:txBody>
      </p:sp>
      <p:sp>
        <p:nvSpPr>
          <p:cNvPr id="100036" name="S09.Fabric.Node1"/>
          <p:cNvSpPr/>
          <p:nvPr/>
        </p:nvSpPr>
        <p:spPr>
          <a:xfrm>
            <a:off x="8375904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37" name="S09.Fabric.Node1.Label"/>
          <p:cNvSpPr txBox="1"/>
          <p:nvPr/>
        </p:nvSpPr>
        <p:spPr>
          <a:xfrm>
            <a:off x="8412480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FPGA B</a:t>
            </a:r>
          </a:p>
        </p:txBody>
      </p:sp>
      <p:sp>
        <p:nvSpPr>
          <p:cNvPr id="100038" name="S09.Fabric.Node1.Resources"/>
          <p:cNvSpPr txBox="1"/>
          <p:nvPr/>
        </p:nvSpPr>
        <p:spPr>
          <a:xfrm>
            <a:off x="8467344" y="3621024"/>
            <a:ext cx="1225296" cy="475488"/>
          </a:xfrm>
          <a:prstGeom prst="rect">
            <a:avLst/>
          </a:prstGeom>
          <a:solidFill>
            <a:srgbClr val="F5F5F5"/>
          </a:solidFill>
          <a:ln w="8890">
            <a:solidFill>
              <a:srgbClr val="D1D1D1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39" name="S09.Fabric.Link1"/>
          <p:cNvSpPr/>
          <p:nvPr/>
        </p:nvSpPr>
        <p:spPr>
          <a:xfrm>
            <a:off x="9802368" y="3703320"/>
            <a:ext cx="484632" cy="137160"/>
          </a:xfrm>
          <a:prstGeom prst="leftRightArrow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0" name="S09.Fabric.Link1.Label"/>
          <p:cNvSpPr txBox="1"/>
          <p:nvPr/>
        </p:nvSpPr>
        <p:spPr>
          <a:xfrm>
            <a:off x="9765792" y="3447288"/>
            <a:ext cx="557784" cy="21945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200" b="1">
                <a:solidFill>
                  <a:srgbClr val="70AD47"/>
                </a:solidFill>
                <a:latin typeface="Arial"/>
                <a:ea typeface="Arial"/>
              </a:rPr>
              <a:t>Fabric</a:t>
            </a:r>
          </a:p>
        </p:txBody>
      </p:sp>
      <p:sp>
        <p:nvSpPr>
          <p:cNvPr id="100041" name="S09.Fabric.Node2"/>
          <p:cNvSpPr/>
          <p:nvPr/>
        </p:nvSpPr>
        <p:spPr>
          <a:xfrm>
            <a:off x="10305288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2" name="S09.Fabric.Node2.Label"/>
          <p:cNvSpPr txBox="1"/>
          <p:nvPr/>
        </p:nvSpPr>
        <p:spPr>
          <a:xfrm>
            <a:off x="10341864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333333"/>
                </a:solidFill>
                <a:latin typeface="Arial"/>
                <a:ea typeface="Arial"/>
              </a:rPr>
              <a:t>FPGA C</a:t>
            </a:r>
          </a:p>
        </p:txBody>
      </p:sp>
      <p:sp>
        <p:nvSpPr>
          <p:cNvPr id="100043" name="S09.Fabric.Node2.Resources"/>
          <p:cNvSpPr txBox="1"/>
          <p:nvPr/>
        </p:nvSpPr>
        <p:spPr>
          <a:xfrm>
            <a:off x="10396728" y="3621024"/>
            <a:ext cx="1225296" cy="475488"/>
          </a:xfrm>
          <a:prstGeom prst="rect">
            <a:avLst/>
          </a:prstGeom>
          <a:solidFill>
            <a:srgbClr val="F5F5F5"/>
          </a:solidFill>
          <a:ln w="8890">
            <a:solidFill>
              <a:srgbClr val="D1D1D1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1F1F1F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44" name="S09.Fabric.Bullet0"/>
          <p:cNvSpPr/>
          <p:nvPr/>
        </p:nvSpPr>
        <p:spPr>
          <a:xfrm>
            <a:off x="6336792" y="5084064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5" name="S09.Fabric.Text0"/>
          <p:cNvSpPr txBox="1"/>
          <p:nvPr/>
        </p:nvSpPr>
        <p:spPr>
          <a:xfrm>
            <a:off x="6611112" y="496519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1F1F1F"/>
                </a:solidFill>
                <a:latin typeface="Arial"/>
                <a:ea typeface="Arial"/>
              </a:rPr>
              <a:t>One Host entry via Ref</a:t>
            </a:r>
          </a:p>
        </p:txBody>
      </p:sp>
      <p:sp>
        <p:nvSpPr>
          <p:cNvPr id="100046" name="S09.Fabric.Bullet1"/>
          <p:cNvSpPr/>
          <p:nvPr/>
        </p:nvSpPr>
        <p:spPr>
          <a:xfrm>
            <a:off x="6336792" y="5586984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7" name="S09.Fabric.Text1"/>
          <p:cNvSpPr txBox="1"/>
          <p:nvPr/>
        </p:nvSpPr>
        <p:spPr>
          <a:xfrm>
            <a:off x="6611112" y="546811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1F1F1F"/>
                </a:solidFill>
                <a:latin typeface="Arial"/>
                <a:ea typeface="Arial"/>
              </a:rPr>
              <a:t>Unified register and memory access</a:t>
            </a:r>
          </a:p>
        </p:txBody>
      </p:sp>
      <p:sp>
        <p:nvSpPr>
          <p:cNvPr id="100048" name="S09.Fabric.Bullet2"/>
          <p:cNvSpPr/>
          <p:nvPr/>
        </p:nvSpPr>
        <p:spPr>
          <a:xfrm>
            <a:off x="6336792" y="6089904"/>
            <a:ext cx="91440" cy="91440"/>
          </a:xfrm>
          <a:prstGeom prst="ellipse">
            <a:avLst/>
          </a:prstGeom>
          <a:solidFill>
            <a:srgbClr val="70AD47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1F1F1F"/>
              </a:solidFill>
              <a:latin typeface="Arial"/>
              <a:ea typeface="Arial"/>
            </a:endParaRPr>
          </a:p>
        </p:txBody>
      </p:sp>
      <p:sp>
        <p:nvSpPr>
          <p:cNvPr id="100049" name="S09.Fabric.Text2"/>
          <p:cNvSpPr txBox="1"/>
          <p:nvPr/>
        </p:nvSpPr>
        <p:spPr>
          <a:xfrm>
            <a:off x="6611112" y="597103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1F1F1F"/>
                </a:solidFill>
                <a:latin typeface="Arial"/>
                <a:ea typeface="Arial"/>
              </a:rPr>
              <a:t>Extend through inter-FPGA links</a:t>
            </a:r>
          </a:p>
        </p:txBody>
      </p:sp>
      <p:sp>
        <p:nvSpPr>
          <p:cNvPr id="100050" name="S09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898989"/>
                </a:solidFill>
                <a:latin typeface="Arial"/>
                <a:ea typeface="Arial"/>
              </a:rPr>
              <a:t>9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00000"/>
      </a:accent1>
      <a:accent2>
        <a:srgbClr val="70AD47"/>
      </a:accent2>
      <a:accent3>
        <a:srgbClr val="ED7D31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OfficeCLI/1.0.159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2026-10-29T09:28:02.0000000Z</dcterms:created>
  <lastModifiedBy>OfficeCLI</lastModifiedBy>
  <dcterms:modified xsi:type="dcterms:W3CDTF">2026-10-29T09:28:03.1683780Z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1.0.159</vt:lpwstr>
  </op:property>
  <op:property fmtid="{D5CDD505-2E9C-101B-9397-08002B2CF9AE}" pid="3" name="OfficeCLI.LastModified">
    <vt:lpwstr xmlns:vt="http://schemas.openxmlformats.org/officeDocument/2006/docPropsVTypes">2026-10-29T09:28:05Z</vt:lpwstr>
  </op:property>
</op:Properties>
</file>