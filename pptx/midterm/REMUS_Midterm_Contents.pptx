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153f93581574395" /><Relationship Type="http://schemas.openxmlformats.org/package/2006/relationships/metadata/core-properties" Target="/docProps/core.xml" Id="R5ccde26c8b874117" /><Relationship Type="http://schemas.openxmlformats.org/officeDocument/2006/relationships/extended-properties" Target="/docProps/app.xml" Id="R3812c9c53ec142a7" /><Relationship Type="http://schemas.openxmlformats.org/officeDocument/2006/relationships/custom-properties" Target="/docProps/custom.xml" Id="R41b25231d74d430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583c8880f3f4da3"/>
  </p:notesMasterIdLst>
  <p:sldIdLst>
    <p:sldId id="256" r:id="R56030f4cb213413b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6030f4cb213413b" /><Relationship Type="http://schemas.openxmlformats.org/officeDocument/2006/relationships/notesMaster" Target="/ppt/notesMasters/notesMaster1.xml" Id="Rb583c8880f3f4d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0019517e2054ed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8164e373518455d" /><Relationship Type="http://schemas.openxmlformats.org/officeDocument/2006/relationships/slide" Target="/ppt/slides/slide1.xml" Id="Rf439d495e3b246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Place this page after the cover and before the background section. Introduce the defense in four parts. First, motivate replayable multi-FPGA emulation, identify the research gap and outline REMUS. Second, explain cycle-accurate execution and consistent pause, distributed state capture and replay, automated partitioning, and the scalable Runtime/Fabric design. Third, present the dual-FPGA direct-PCIe prototype and measured results. Finally, connect observed limitations to future work on resource balance, execution performance, runtime control and system expansion. The current content mapping is background 1-5, progress 6-9, prototype 10 and future work 11. These are content identifiers rather than final deck page numbers. Source: docs/midterm-presentation-outline.md. This contents page does not assert completion of all technical goals.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a93fc1d4014f5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dae7f1229b40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13217a3d64452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8dfc45ed245b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5948281e74da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9e10da0cdd64b5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d11e67a2843f3" /><Relationship Type="http://schemas.openxmlformats.org/officeDocument/2006/relationships/notesSlide" Target="/ppt/notesSlides/notesSlide1.xml" Id="Rf7dce98168f64963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0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83B56"/>
                </a:solidFill>
                <a:latin typeface="Arial"/>
                <a:ea typeface="Arial"/>
              </a:rPr>
              <a:t>Contents</a:t>
            </a:r>
          </a:p>
        </p:txBody>
      </p:sp>
      <p:sp>
        <p:nvSpPr>
          <p:cNvPr id="100000" name="S00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0.NarrativePath"/>
          <p:cNvSpPr/>
          <p:nvPr/>
        </p:nvSpPr>
        <p:spPr>
          <a:xfrm>
            <a:off x="982980" y="1536192"/>
            <a:ext cx="22860" cy="378561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0.Section1.Number"/>
          <p:cNvSpPr/>
          <p:nvPr/>
        </p:nvSpPr>
        <p:spPr>
          <a:xfrm>
            <a:off x="704088" y="1316736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3" name="S00.Section1.Heading"/>
          <p:cNvSpPr txBox="1"/>
          <p:nvPr/>
        </p:nvSpPr>
        <p:spPr>
          <a:xfrm>
            <a:off x="1682496" y="1280160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Background &amp; Research Goal</a:t>
            </a:r>
          </a:p>
        </p:txBody>
      </p:sp>
      <p:sp>
        <p:nvSpPr>
          <p:cNvPr id="100004" name="S00.Section1.Description"/>
          <p:cNvSpPr txBox="1"/>
          <p:nvPr/>
        </p:nvSpPr>
        <p:spPr>
          <a:xfrm>
            <a:off x="1682496" y="1865376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Motivation, research gap and REMUS overview</a:t>
            </a:r>
          </a:p>
        </p:txBody>
      </p:sp>
      <p:sp>
        <p:nvSpPr>
          <p:cNvPr id="100005" name="S00.Section2.Number"/>
          <p:cNvSpPr/>
          <p:nvPr/>
        </p:nvSpPr>
        <p:spPr>
          <a:xfrm>
            <a:off x="704088" y="2578608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06" name="S00.Section2.Heading"/>
          <p:cNvSpPr txBox="1"/>
          <p:nvPr/>
        </p:nvSpPr>
        <p:spPr>
          <a:xfrm>
            <a:off x="1682496" y="2542032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Research Progress</a:t>
            </a:r>
          </a:p>
        </p:txBody>
      </p:sp>
      <p:sp>
        <p:nvSpPr>
          <p:cNvPr id="100007" name="S00.Section2.Description"/>
          <p:cNvSpPr txBox="1"/>
          <p:nvPr/>
        </p:nvSpPr>
        <p:spPr>
          <a:xfrm>
            <a:off x="1682496" y="3127248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Execution &amp; pause · State &amp; replay · Partitioning · Runtime</a:t>
            </a:r>
          </a:p>
        </p:txBody>
      </p:sp>
      <p:sp>
        <p:nvSpPr>
          <p:cNvPr id="100008" name="S00.Section3.Number"/>
          <p:cNvSpPr/>
          <p:nvPr/>
        </p:nvSpPr>
        <p:spPr>
          <a:xfrm>
            <a:off x="704088" y="3840480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09" name="S00.Section3.Heading"/>
          <p:cNvSpPr txBox="1"/>
          <p:nvPr/>
        </p:nvSpPr>
        <p:spPr>
          <a:xfrm>
            <a:off x="1682496" y="3803904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Prototype &amp; Evaluation</a:t>
            </a:r>
          </a:p>
        </p:txBody>
      </p:sp>
      <p:sp>
        <p:nvSpPr>
          <p:cNvPr id="100010" name="S00.Section3.Description"/>
          <p:cNvSpPr txBox="1"/>
          <p:nvPr/>
        </p:nvSpPr>
        <p:spPr>
          <a:xfrm>
            <a:off x="1682496" y="4389120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Dual-FPGA platform, workloads and experimental results</a:t>
            </a:r>
          </a:p>
        </p:txBody>
      </p:sp>
      <p:sp>
        <p:nvSpPr>
          <p:cNvPr id="100011" name="S00.Section4.Number"/>
          <p:cNvSpPr/>
          <p:nvPr/>
        </p:nvSpPr>
        <p:spPr>
          <a:xfrm>
            <a:off x="704088" y="5102352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012" name="S00.Section4.Heading"/>
          <p:cNvSpPr txBox="1"/>
          <p:nvPr/>
        </p:nvSpPr>
        <p:spPr>
          <a:xfrm>
            <a:off x="1682496" y="5065776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Current Challenges &amp; Future Work</a:t>
            </a:r>
          </a:p>
        </p:txBody>
      </p:sp>
      <p:sp>
        <p:nvSpPr>
          <p:cNvPr id="100013" name="S00.Section4.Description"/>
          <p:cNvSpPr txBox="1"/>
          <p:nvPr/>
        </p:nvSpPr>
        <p:spPr>
          <a:xfrm>
            <a:off x="1682496" y="5650992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Remaining limitations and the next research steps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2026-10-28T12:41:25.0000000Z</dcterms:created>
  <lastModifiedBy>OfficeCLI</lastModifiedBy>
  <dcterms:modified xsi:type="dcterms:W3CDTF">2026-10-28T12:41:26.2045614Z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2026-10-28T12:41:28Z</vt:lpwstr>
  </op:property>
</op:Properties>
</file>